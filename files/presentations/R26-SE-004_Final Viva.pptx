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58" r:id="rId3"/>
    <p:sldId id="259" r:id="rId4"/>
    <p:sldId id="274" r:id="rId5"/>
    <p:sldId id="260" r:id="rId6"/>
    <p:sldId id="281" r:id="rId7"/>
    <p:sldId id="261" r:id="rId8"/>
    <p:sldId id="256" r:id="rId9"/>
    <p:sldId id="273" r:id="rId10"/>
    <p:sldId id="282" r:id="rId11"/>
    <p:sldId id="263" r:id="rId12"/>
    <p:sldId id="283" r:id="rId13"/>
    <p:sldId id="284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72" dt="2026-10-20T19:17:03.888"/>
    <p1510:client id="{2D0E674A-3059-B0DD-516C-6D3875E4773D}" v="1100" dt="2026-10-21T00:24:05.980"/>
    <p1510:client id="{46C12814-E43B-1487-1B31-92C9AD2E5012}" v="384" dt="2026-10-20T19:15:30.127"/>
    <p1510:client id="{ACA17471-DC57-482D-A75D-C64F551EEE45}" v="724" dt="2026-10-20T23:53:56.2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ESH L A R it22281364" userId="S::it22281364@my.sliit.lk::b1162cb1-e634-4926-825e-8fc16de7a4db" providerId="AD" clId="Web-{00000000-0000-0000-0000-000000000000}"/>
    <pc:docChg chg="addSld delSld modSld sldOrd">
      <pc:chgData name="IMESH L A R it22281364" userId="S::it22281364@my.sliit.lk::b1162cb1-e634-4926-825e-8fc16de7a4db" providerId="AD" clId="Web-{00000000-0000-0000-0000-000000000000}" dt="2026-10-20T19:17:03.888" v="725"/>
      <pc:docMkLst>
        <pc:docMk/>
      </pc:docMkLst>
      <pc:sldChg chg="modSp">
        <pc:chgData name="IMESH L A R it22281364" userId="S::it22281364@my.sliit.lk::b1162cb1-e634-4926-825e-8fc16de7a4db" providerId="AD" clId="Web-{00000000-0000-0000-0000-000000000000}" dt="2026-10-20T17:58:21.675" v="0" actId="1076"/>
        <pc:sldMkLst>
          <pc:docMk/>
          <pc:sldMk cId="0" sldId="257"/>
        </pc:sldMkLst>
        <pc:spChg chg="mod">
          <ac:chgData name="IMESH L A R it22281364" userId="S::it22281364@my.sliit.lk::b1162cb1-e634-4926-825e-8fc16de7a4db" providerId="AD" clId="Web-{00000000-0000-0000-0000-000000000000}" dt="2026-10-20T17:58:21.675" v="0" actId="1076"/>
          <ac:spMkLst>
            <pc:docMk/>
            <pc:sldMk cId="0" sldId="257"/>
            <ac:spMk id="16" creationId="{00000000-0000-0000-0000-000000000000}"/>
          </ac:spMkLst>
        </pc:spChg>
      </pc:sldChg>
      <pc:sldChg chg="addSp delSp modSp">
        <pc:chgData name="IMESH L A R it22281364" userId="S::it22281364@my.sliit.lk::b1162cb1-e634-4926-825e-8fc16de7a4db" providerId="AD" clId="Web-{00000000-0000-0000-0000-000000000000}" dt="2026-10-20T19:02:48.976" v="711" actId="1076"/>
        <pc:sldMkLst>
          <pc:docMk/>
          <pc:sldMk cId="0" sldId="260"/>
        </pc:sldMkLst>
        <pc:spChg chg="add del mod ord">
          <ac:chgData name="IMESH L A R it22281364" userId="S::it22281364@my.sliit.lk::b1162cb1-e634-4926-825e-8fc16de7a4db" providerId="AD" clId="Web-{00000000-0000-0000-0000-000000000000}" dt="2026-10-20T18:49:24.361" v="702" actId="1076"/>
          <ac:spMkLst>
            <pc:docMk/>
            <pc:sldMk cId="0" sldId="260"/>
            <ac:spMk id="2" creationId="{66DB70A6-D9C6-E4A6-E874-B17FB5B8E5B4}"/>
          </ac:spMkLst>
        </pc:spChg>
        <pc:spChg chg="add del mod">
          <ac:chgData name="IMESH L A R it22281364" userId="S::it22281364@my.sliit.lk::b1162cb1-e634-4926-825e-8fc16de7a4db" providerId="AD" clId="Web-{00000000-0000-0000-0000-000000000000}" dt="2026-10-20T18:40:36.529" v="516"/>
          <ac:spMkLst>
            <pc:docMk/>
            <pc:sldMk cId="0" sldId="260"/>
            <ac:spMk id="3" creationId="{39F681FC-1F16-A0A3-398D-8E9A6EE15CD4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23:45.045" v="221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42:03.905" v="533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39:43.107" v="498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43:06.139" v="560"/>
          <ac:spMkLst>
            <pc:docMk/>
            <pc:sldMk cId="0" sldId="260"/>
            <ac:spMk id="7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9.654" v="217"/>
          <ac:spMkLst>
            <pc:docMk/>
            <pc:sldMk cId="0" sldId="260"/>
            <ac:spMk id="8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6.935" v="216"/>
          <ac:spMkLst>
            <pc:docMk/>
            <pc:sldMk cId="0" sldId="260"/>
            <ac:spMk id="9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6.935" v="215"/>
          <ac:spMkLst>
            <pc:docMk/>
            <pc:sldMk cId="0" sldId="260"/>
            <ac:spMk id="10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6.935" v="214"/>
          <ac:spMkLst>
            <pc:docMk/>
            <pc:sldMk cId="0" sldId="260"/>
            <ac:spMk id="11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6.935" v="213"/>
          <ac:spMkLst>
            <pc:docMk/>
            <pc:sldMk cId="0" sldId="260"/>
            <ac:spMk id="12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6.935" v="212"/>
          <ac:spMkLst>
            <pc:docMk/>
            <pc:sldMk cId="0" sldId="260"/>
            <ac:spMk id="13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32.092" v="219"/>
          <ac:spMkLst>
            <pc:docMk/>
            <pc:sldMk cId="0" sldId="260"/>
            <ac:spMk id="14" creationId="{00000000-0000-0000-0000-000000000000}"/>
          </ac:spMkLst>
        </pc:spChg>
        <pc:spChg chg="add del mod ord">
          <ac:chgData name="IMESH L A R it22281364" userId="S::it22281364@my.sliit.lk::b1162cb1-e634-4926-825e-8fc16de7a4db" providerId="AD" clId="Web-{00000000-0000-0000-0000-000000000000}" dt="2026-10-20T18:45:24.812" v="651"/>
          <ac:spMkLst>
            <pc:docMk/>
            <pc:sldMk cId="0" sldId="260"/>
            <ac:spMk id="15" creationId="{5E43AE6C-685B-B2B9-6D07-CD6F6DA2059D}"/>
          </ac:spMkLst>
        </pc:spChg>
        <pc:spChg chg="mod">
          <ac:chgData name="IMESH L A R it22281364" userId="S::it22281364@my.sliit.lk::b1162cb1-e634-4926-825e-8fc16de7a4db" providerId="AD" clId="Web-{00000000-0000-0000-0000-000000000000}" dt="2026-10-20T18:28:58.252" v="435" actId="1076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26:05.030" v="332"/>
          <ac:spMkLst>
            <pc:docMk/>
            <pc:sldMk cId="0" sldId="260"/>
            <ac:spMk id="18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47.092" v="223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23:46.373" v="222"/>
          <ac:spMkLst>
            <pc:docMk/>
            <pc:sldMk cId="0" sldId="260"/>
            <ac:spMk id="21" creationId="{00000000-0000-0000-0000-000000000000}"/>
          </ac:spMkLst>
        </pc:spChg>
        <pc:spChg chg="mod ord">
          <ac:chgData name="IMESH L A R it22281364" userId="S::it22281364@my.sliit.lk::b1162cb1-e634-4926-825e-8fc16de7a4db" providerId="AD" clId="Web-{00000000-0000-0000-0000-000000000000}" dt="2026-10-20T18:48:44.673" v="696" actId="1076"/>
          <ac:spMkLst>
            <pc:docMk/>
            <pc:sldMk cId="0" sldId="260"/>
            <ac:spMk id="22" creationId="{00000000-0000-0000-0000-000000000000}"/>
          </ac:spMkLst>
        </pc:spChg>
        <pc:spChg chg="mod ord">
          <ac:chgData name="IMESH L A R it22281364" userId="S::it22281364@my.sliit.lk::b1162cb1-e634-4926-825e-8fc16de7a4db" providerId="AD" clId="Web-{00000000-0000-0000-0000-000000000000}" dt="2026-10-20T18:49:24.377" v="703" actId="1076"/>
          <ac:spMkLst>
            <pc:docMk/>
            <pc:sldMk cId="0" sldId="260"/>
            <ac:spMk id="23" creationId="{00000000-0000-0000-0000-000000000000}"/>
          </ac:spMkLst>
        </pc:spChg>
        <pc:spChg chg="mod ord">
          <ac:chgData name="IMESH L A R it22281364" userId="S::it22281364@my.sliit.lk::b1162cb1-e634-4926-825e-8fc16de7a4db" providerId="AD" clId="Web-{00000000-0000-0000-0000-000000000000}" dt="2026-10-20T18:48:08.767" v="691" actId="1076"/>
          <ac:spMkLst>
            <pc:docMk/>
            <pc:sldMk cId="0" sldId="260"/>
            <ac:spMk id="25" creationId="{00000000-0000-0000-0000-000000000000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25:39.296" v="326"/>
          <ac:spMkLst>
            <pc:docMk/>
            <pc:sldMk cId="0" sldId="260"/>
            <ac:spMk id="26" creationId="{00000000-0000-0000-0000-000000000000}"/>
          </ac:spMkLst>
        </pc:spChg>
        <pc:spChg chg="mod ord">
          <ac:chgData name="IMESH L A R it22281364" userId="S::it22281364@my.sliit.lk::b1162cb1-e634-4926-825e-8fc16de7a4db" providerId="AD" clId="Web-{00000000-0000-0000-0000-000000000000}" dt="2026-10-20T18:47:24.798" v="681" actId="20577"/>
          <ac:spMkLst>
            <pc:docMk/>
            <pc:sldMk cId="0" sldId="260"/>
            <ac:spMk id="27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6.935" v="211"/>
          <ac:spMkLst>
            <pc:docMk/>
            <pc:sldMk cId="0" sldId="260"/>
            <ac:spMk id="28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30.420" v="218"/>
          <ac:spMkLst>
            <pc:docMk/>
            <pc:sldMk cId="0" sldId="260"/>
            <ac:spMk id="29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6.935" v="210"/>
          <ac:spMkLst>
            <pc:docMk/>
            <pc:sldMk cId="0" sldId="260"/>
            <ac:spMk id="30" creationId="{00000000-0000-0000-0000-00000000000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23:26.935" v="209"/>
          <ac:spMkLst>
            <pc:docMk/>
            <pc:sldMk cId="0" sldId="260"/>
            <ac:spMk id="31" creationId="{00000000-0000-0000-0000-000000000000}"/>
          </ac:spMkLst>
        </pc:spChg>
        <pc:spChg chg="mod ord">
          <ac:chgData name="IMESH L A R it22281364" userId="S::it22281364@my.sliit.lk::b1162cb1-e634-4926-825e-8fc16de7a4db" providerId="AD" clId="Web-{00000000-0000-0000-0000-000000000000}" dt="2026-10-20T18:49:17.845" v="700" actId="1076"/>
          <ac:spMkLst>
            <pc:docMk/>
            <pc:sldMk cId="0" sldId="260"/>
            <ac:spMk id="44" creationId="{17DF5191-8F94-ABD4-6B05-F0A6055D4048}"/>
          </ac:spMkLst>
        </pc:spChg>
        <pc:picChg chg="add del mod">
          <ac:chgData name="IMESH L A R it22281364" userId="S::it22281364@my.sliit.lk::b1162cb1-e634-4926-825e-8fc16de7a4db" providerId="AD" clId="Web-{00000000-0000-0000-0000-000000000000}" dt="2026-10-20T18:39:53.372" v="502"/>
          <ac:picMkLst>
            <pc:docMk/>
            <pc:sldMk cId="0" sldId="260"/>
            <ac:picMk id="16" creationId="{48346E72-2006-C4D6-8E22-0808F62B6F94}"/>
          </ac:picMkLst>
        </pc:picChg>
        <pc:picChg chg="add del mod">
          <ac:chgData name="IMESH L A R it22281364" userId="S::it22281364@my.sliit.lk::b1162cb1-e634-4926-825e-8fc16de7a4db" providerId="AD" clId="Web-{00000000-0000-0000-0000-000000000000}" dt="2026-10-20T18:39:54.216" v="503"/>
          <ac:picMkLst>
            <pc:docMk/>
            <pc:sldMk cId="0" sldId="260"/>
            <ac:picMk id="19" creationId="{45DD0A8A-113E-0399-E7EC-F8847ECFB3C3}"/>
          </ac:picMkLst>
        </pc:picChg>
        <pc:picChg chg="add mod">
          <ac:chgData name="IMESH L A R it22281364" userId="S::it22281364@my.sliit.lk::b1162cb1-e634-4926-825e-8fc16de7a4db" providerId="AD" clId="Web-{00000000-0000-0000-0000-000000000000}" dt="2026-10-20T18:47:53.985" v="686" actId="14100"/>
          <ac:picMkLst>
            <pc:docMk/>
            <pc:sldMk cId="0" sldId="260"/>
            <ac:picMk id="24" creationId="{06E6D223-8959-FEC5-2C0F-D872066EF6D2}"/>
          </ac:picMkLst>
        </pc:picChg>
        <pc:picChg chg="add del mod">
          <ac:chgData name="IMESH L A R it22281364" userId="S::it22281364@my.sliit.lk::b1162cb1-e634-4926-825e-8fc16de7a4db" providerId="AD" clId="Web-{00000000-0000-0000-0000-000000000000}" dt="2026-10-20T18:45:25.375" v="652"/>
          <ac:picMkLst>
            <pc:docMk/>
            <pc:sldMk cId="0" sldId="260"/>
            <ac:picMk id="32" creationId="{B886A02B-6D3A-703E-CA9B-6F24A132951B}"/>
          </ac:picMkLst>
        </pc:picChg>
        <pc:picChg chg="add mod">
          <ac:chgData name="IMESH L A R it22281364" userId="S::it22281364@my.sliit.lk::b1162cb1-e634-4926-825e-8fc16de7a4db" providerId="AD" clId="Web-{00000000-0000-0000-0000-000000000000}" dt="2026-10-20T18:49:24.345" v="701" actId="1076"/>
          <ac:picMkLst>
            <pc:docMk/>
            <pc:sldMk cId="0" sldId="260"/>
            <ac:picMk id="33" creationId="{79F149AD-8B44-EFCB-3516-BD4E1DA05964}"/>
          </ac:picMkLst>
        </pc:picChg>
        <pc:picChg chg="add mod">
          <ac:chgData name="IMESH L A R it22281364" userId="S::it22281364@my.sliit.lk::b1162cb1-e634-4926-825e-8fc16de7a4db" providerId="AD" clId="Web-{00000000-0000-0000-0000-000000000000}" dt="2026-10-20T18:48:50.533" v="697" actId="14100"/>
          <ac:picMkLst>
            <pc:docMk/>
            <pc:sldMk cId="0" sldId="260"/>
            <ac:picMk id="34" creationId="{5F0345EC-3464-95F6-A0F3-90A9CF2F0F42}"/>
          </ac:picMkLst>
        </pc:picChg>
        <pc:picChg chg="mod modCrop">
          <ac:chgData name="IMESH L A R it22281364" userId="S::it22281364@my.sliit.lk::b1162cb1-e634-4926-825e-8fc16de7a4db" providerId="AD" clId="Web-{00000000-0000-0000-0000-000000000000}" dt="2026-10-20T19:02:48.976" v="711" actId="1076"/>
          <ac:picMkLst>
            <pc:docMk/>
            <pc:sldMk cId="0" sldId="260"/>
            <ac:picMk id="37" creationId="{B26A801B-B8B5-3A07-40B1-C57778B55F22}"/>
          </ac:picMkLst>
        </pc:picChg>
        <pc:picChg chg="mod">
          <ac:chgData name="IMESH L A R it22281364" userId="S::it22281364@my.sliit.lk::b1162cb1-e634-4926-825e-8fc16de7a4db" providerId="AD" clId="Web-{00000000-0000-0000-0000-000000000000}" dt="2026-10-20T18:47:43.673" v="684" actId="14100"/>
          <ac:picMkLst>
            <pc:docMk/>
            <pc:sldMk cId="0" sldId="260"/>
            <ac:picMk id="40" creationId="{27799548-02F8-E546-5A13-AACCF0DB8DE9}"/>
          </ac:picMkLst>
        </pc:picChg>
        <pc:cxnChg chg="mod">
          <ac:chgData name="IMESH L A R it22281364" userId="S::it22281364@my.sliit.lk::b1162cb1-e634-4926-825e-8fc16de7a4db" providerId="AD" clId="Web-{00000000-0000-0000-0000-000000000000}" dt="2026-10-20T17:59:42.348" v="1" actId="1076"/>
          <ac:cxnSpMkLst>
            <pc:docMk/>
            <pc:sldMk cId="0" sldId="260"/>
            <ac:cxnSpMk id="36" creationId="{C595E5DF-0278-3E95-32E6-D7A5005A2E1F}"/>
          </ac:cxnSpMkLst>
        </pc:cxnChg>
      </pc:sldChg>
      <pc:sldChg chg="addSp delSp modSp add del replId">
        <pc:chgData name="IMESH L A R it22281364" userId="S::it22281364@my.sliit.lk::b1162cb1-e634-4926-825e-8fc16de7a4db" providerId="AD" clId="Web-{00000000-0000-0000-0000-000000000000}" dt="2026-10-20T19:17:03.888" v="725"/>
        <pc:sldMkLst>
          <pc:docMk/>
          <pc:sldMk cId="171053436" sldId="270"/>
        </pc:sldMkLst>
        <pc:spChg chg="add mod">
          <ac:chgData name="IMESH L A R it22281364" userId="S::it22281364@my.sliit.lk::b1162cb1-e634-4926-825e-8fc16de7a4db" providerId="AD" clId="Web-{00000000-0000-0000-0000-000000000000}" dt="2026-10-20T18:17:21.495" v="164" actId="1076"/>
          <ac:spMkLst>
            <pc:docMk/>
            <pc:sldMk cId="171053436" sldId="270"/>
            <ac:spMk id="3" creationId="{429BEE93-AA35-8155-72C3-37A1A179BD0B}"/>
          </ac:spMkLst>
        </pc:spChg>
        <pc:spChg chg="add del mod">
          <ac:chgData name="IMESH L A R it22281364" userId="S::it22281364@my.sliit.lk::b1162cb1-e634-4926-825e-8fc16de7a4db" providerId="AD" clId="Web-{00000000-0000-0000-0000-000000000000}" dt="2026-10-20T18:16:08.682" v="145"/>
          <ac:spMkLst>
            <pc:docMk/>
            <pc:sldMk cId="171053436" sldId="270"/>
            <ac:spMk id="4" creationId="{125CB626-3D81-1E83-4780-3D08B91B8069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16:10.292" v="146"/>
          <ac:spMkLst>
            <pc:docMk/>
            <pc:sldMk cId="171053436" sldId="270"/>
            <ac:spMk id="5" creationId="{2B28DC7B-B86A-F981-A25F-6D53FBB588F6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39.442" v="61"/>
          <ac:spMkLst>
            <pc:docMk/>
            <pc:sldMk cId="171053436" sldId="270"/>
            <ac:spMk id="6" creationId="{250AAF3B-D0A0-07B7-D269-4B7F26B52CC8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51.442" v="74"/>
          <ac:spMkLst>
            <pc:docMk/>
            <pc:sldMk cId="171053436" sldId="270"/>
            <ac:spMk id="7" creationId="{47670CDD-CBDA-15A7-6CB6-5AAAD7FBC214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2.192" v="63"/>
          <ac:spMkLst>
            <pc:docMk/>
            <pc:sldMk cId="171053436" sldId="270"/>
            <ac:spMk id="8" creationId="{7C756D7B-18A6-E357-0278-F35BE7F14053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2.833" v="64"/>
          <ac:spMkLst>
            <pc:docMk/>
            <pc:sldMk cId="171053436" sldId="270"/>
            <ac:spMk id="9" creationId="{73FC2BED-8CA4-EE8E-CC10-D6655B3FD638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3.770" v="65"/>
          <ac:spMkLst>
            <pc:docMk/>
            <pc:sldMk cId="171053436" sldId="270"/>
            <ac:spMk id="10" creationId="{BF917F86-E5E4-8E17-81C6-C62CE0C69455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7.395" v="69"/>
          <ac:spMkLst>
            <pc:docMk/>
            <pc:sldMk cId="171053436" sldId="270"/>
            <ac:spMk id="11" creationId="{E7015660-1190-4C9E-760A-9EA5175D8379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6.598" v="68"/>
          <ac:spMkLst>
            <pc:docMk/>
            <pc:sldMk cId="171053436" sldId="270"/>
            <ac:spMk id="12" creationId="{4BB25071-D15E-C25D-3EED-686276F6EA55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50.505" v="73"/>
          <ac:spMkLst>
            <pc:docMk/>
            <pc:sldMk cId="171053436" sldId="270"/>
            <ac:spMk id="13" creationId="{2933292F-6B98-DB5C-6CB2-9BF72BB64F4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8.177" v="70"/>
          <ac:spMkLst>
            <pc:docMk/>
            <pc:sldMk cId="171053436" sldId="270"/>
            <ac:spMk id="14" creationId="{9E257079-267A-39C0-6BA3-9B58DA5BFEC2}"/>
          </ac:spMkLst>
        </pc:spChg>
        <pc:spChg chg="add mod">
          <ac:chgData name="IMESH L A R it22281364" userId="S::it22281364@my.sliit.lk::b1162cb1-e634-4926-825e-8fc16de7a4db" providerId="AD" clId="Web-{00000000-0000-0000-0000-000000000000}" dt="2026-10-20T18:18:34.746" v="199" actId="1076"/>
          <ac:spMkLst>
            <pc:docMk/>
            <pc:sldMk cId="171053436" sldId="270"/>
            <ac:spMk id="15" creationId="{8BA88D15-00B5-0080-51D8-4D6F4FD9F9B7}"/>
          </ac:spMkLst>
        </pc:spChg>
        <pc:spChg chg="mod">
          <ac:chgData name="IMESH L A R it22281364" userId="S::it22281364@my.sliit.lk::b1162cb1-e634-4926-825e-8fc16de7a4db" providerId="AD" clId="Web-{00000000-0000-0000-0000-000000000000}" dt="2026-10-20T18:01:33.192" v="59" actId="20577"/>
          <ac:spMkLst>
            <pc:docMk/>
            <pc:sldMk cId="171053436" sldId="270"/>
            <ac:spMk id="17" creationId="{DCA53C57-87D1-97AF-CA50-CEBDBF63275C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0:45.817" v="8"/>
          <ac:spMkLst>
            <pc:docMk/>
            <pc:sldMk cId="171053436" sldId="270"/>
            <ac:spMk id="18" creationId="{A88A65B0-0E33-6DAC-19B1-FD840C1D2FC3}"/>
          </ac:spMkLst>
        </pc:spChg>
        <pc:spChg chg="add mod">
          <ac:chgData name="IMESH L A R it22281364" userId="S::it22281364@my.sliit.lk::b1162cb1-e634-4926-825e-8fc16de7a4db" providerId="AD" clId="Web-{00000000-0000-0000-0000-000000000000}" dt="2026-10-20T18:17:39.027" v="171" actId="14100"/>
          <ac:spMkLst>
            <pc:docMk/>
            <pc:sldMk cId="171053436" sldId="270"/>
            <ac:spMk id="19" creationId="{CD9191A5-BBB9-04E1-2B3C-EBE4C09C46DA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0:50.692" v="11"/>
          <ac:spMkLst>
            <pc:docMk/>
            <pc:sldMk cId="171053436" sldId="270"/>
            <ac:spMk id="20" creationId="{24722FC3-65D9-7D56-EA65-FD52B2DEADFD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00:52.567" v="13"/>
          <ac:spMkLst>
            <pc:docMk/>
            <pc:sldMk cId="171053436" sldId="270"/>
            <ac:spMk id="21" creationId="{74CFCD9B-C9F7-2CCD-9EC7-0BD761C4FDCD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0:56.520" v="16"/>
          <ac:spMkLst>
            <pc:docMk/>
            <pc:sldMk cId="171053436" sldId="270"/>
            <ac:spMk id="22" creationId="{555F4035-3B9A-F106-9EC8-DC398DEA14DA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00:58.348" v="18"/>
          <ac:spMkLst>
            <pc:docMk/>
            <pc:sldMk cId="171053436" sldId="270"/>
            <ac:spMk id="23" creationId="{6165FD7D-7688-D38F-F435-BD501FD16DEF}"/>
          </ac:spMkLst>
        </pc:spChg>
        <pc:spChg chg="add mod">
          <ac:chgData name="IMESH L A R it22281364" userId="S::it22281364@my.sliit.lk::b1162cb1-e634-4926-825e-8fc16de7a4db" providerId="AD" clId="Web-{00000000-0000-0000-0000-000000000000}" dt="2026-10-20T18:19:06.402" v="206" actId="1076"/>
          <ac:spMkLst>
            <pc:docMk/>
            <pc:sldMk cId="171053436" sldId="270"/>
            <ac:spMk id="24" creationId="{BF9562A9-4F59-59C0-52E1-86BA5D711440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0:54.832" v="15"/>
          <ac:spMkLst>
            <pc:docMk/>
            <pc:sldMk cId="171053436" sldId="270"/>
            <ac:spMk id="25" creationId="{C0898F6D-8B9E-EE45-4490-E90FF16F7B68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0:59.848" v="19"/>
          <ac:spMkLst>
            <pc:docMk/>
            <pc:sldMk cId="171053436" sldId="270"/>
            <ac:spMk id="26" creationId="{1AD32F91-D816-6B98-921C-3A75AC4013D5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00.864" v="20"/>
          <ac:spMkLst>
            <pc:docMk/>
            <pc:sldMk cId="171053436" sldId="270"/>
            <ac:spMk id="27" creationId="{EAD4AB39-3895-9827-1B56-C885FD631102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1.317" v="62"/>
          <ac:spMkLst>
            <pc:docMk/>
            <pc:sldMk cId="171053436" sldId="270"/>
            <ac:spMk id="28" creationId="{8A81FF29-4239-A683-80E9-52586E4B7282}"/>
          </ac:spMkLst>
        </pc:spChg>
        <pc:spChg chg="del mod">
          <ac:chgData name="IMESH L A R it22281364" userId="S::it22281364@my.sliit.lk::b1162cb1-e634-4926-825e-8fc16de7a4db" providerId="AD" clId="Web-{00000000-0000-0000-0000-000000000000}" dt="2026-10-20T18:01:49.989" v="72"/>
          <ac:spMkLst>
            <pc:docMk/>
            <pc:sldMk cId="171053436" sldId="270"/>
            <ac:spMk id="29" creationId="{EAB1801B-518C-A014-D083-766DE9F5EF4E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6.036" v="67"/>
          <ac:spMkLst>
            <pc:docMk/>
            <pc:sldMk cId="171053436" sldId="270"/>
            <ac:spMk id="30" creationId="{BCF2B614-8DB7-33ED-BB1E-9210886E151B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1:45.098" v="66"/>
          <ac:spMkLst>
            <pc:docMk/>
            <pc:sldMk cId="171053436" sldId="270"/>
            <ac:spMk id="31" creationId="{97948FD8-517E-CF72-6DAF-86A8718B79B7}"/>
          </ac:spMkLst>
        </pc:spChg>
        <pc:spChg chg="del">
          <ac:chgData name="IMESH L A R it22281364" userId="S::it22281364@my.sliit.lk::b1162cb1-e634-4926-825e-8fc16de7a4db" providerId="AD" clId="Web-{00000000-0000-0000-0000-000000000000}" dt="2026-10-20T18:00:53.332" v="14"/>
          <ac:spMkLst>
            <pc:docMk/>
            <pc:sldMk cId="171053436" sldId="270"/>
            <ac:spMk id="44" creationId="{C90C9F36-6E68-EA75-3226-D3D1B03E4E65}"/>
          </ac:spMkLst>
        </pc:spChg>
        <pc:picChg chg="add mod ord">
          <ac:chgData name="IMESH L A R it22281364" userId="S::it22281364@my.sliit.lk::b1162cb1-e634-4926-825e-8fc16de7a4db" providerId="AD" clId="Web-{00000000-0000-0000-0000-000000000000}" dt="2026-10-20T18:17:02.448" v="156" actId="14100"/>
          <ac:picMkLst>
            <pc:docMk/>
            <pc:sldMk cId="171053436" sldId="270"/>
            <ac:picMk id="32" creationId="{6C121382-A012-FCD1-1B76-8A3ABC88CD15}"/>
          </ac:picMkLst>
        </pc:picChg>
        <pc:picChg chg="add mod ord">
          <ac:chgData name="IMESH L A R it22281364" userId="S::it22281364@my.sliit.lk::b1162cb1-e634-4926-825e-8fc16de7a4db" providerId="AD" clId="Web-{00000000-0000-0000-0000-000000000000}" dt="2026-10-20T18:18:10.683" v="187" actId="1076"/>
          <ac:picMkLst>
            <pc:docMk/>
            <pc:sldMk cId="171053436" sldId="270"/>
            <ac:picMk id="33" creationId="{59507F66-AD79-9E3D-33C0-9A01BF34340A}"/>
          </ac:picMkLst>
        </pc:picChg>
        <pc:picChg chg="del mod">
          <ac:chgData name="IMESH L A R it22281364" userId="S::it22281364@my.sliit.lk::b1162cb1-e634-4926-825e-8fc16de7a4db" providerId="AD" clId="Web-{00000000-0000-0000-0000-000000000000}" dt="2026-10-20T18:02:15.630" v="84"/>
          <ac:picMkLst>
            <pc:docMk/>
            <pc:sldMk cId="171053436" sldId="270"/>
            <ac:picMk id="37" creationId="{61E398B2-5513-6C2C-0241-15E356A1DA5E}"/>
          </ac:picMkLst>
        </pc:picChg>
        <pc:picChg chg="mod ord">
          <ac:chgData name="IMESH L A R it22281364" userId="S::it22281364@my.sliit.lk::b1162cb1-e634-4926-825e-8fc16de7a4db" providerId="AD" clId="Web-{00000000-0000-0000-0000-000000000000}" dt="2026-10-20T18:17:58.496" v="174"/>
          <ac:picMkLst>
            <pc:docMk/>
            <pc:sldMk cId="171053436" sldId="270"/>
            <ac:picMk id="40" creationId="{B5F18AE2-D223-6FAB-CEF7-25AA054BAC5E}"/>
          </ac:picMkLst>
        </pc:picChg>
      </pc:sldChg>
      <pc:sldChg chg="add del replId">
        <pc:chgData name="IMESH L A R it22281364" userId="S::it22281364@my.sliit.lk::b1162cb1-e634-4926-825e-8fc16de7a4db" providerId="AD" clId="Web-{00000000-0000-0000-0000-000000000000}" dt="2026-10-20T18:19:14.574" v="207"/>
        <pc:sldMkLst>
          <pc:docMk/>
          <pc:sldMk cId="2861144254" sldId="271"/>
        </pc:sldMkLst>
      </pc:sldChg>
      <pc:sldChg chg="addSp modSp add del ord replId">
        <pc:chgData name="IMESH L A R it22281364" userId="S::it22281364@my.sliit.lk::b1162cb1-e634-4926-825e-8fc16de7a4db" providerId="AD" clId="Web-{00000000-0000-0000-0000-000000000000}" dt="2026-10-20T19:10:09.339" v="724"/>
        <pc:sldMkLst>
          <pc:docMk/>
          <pc:sldMk cId="672832149" sldId="278"/>
        </pc:sldMkLst>
        <pc:picChg chg="add mod">
          <ac:chgData name="IMESH L A R it22281364" userId="S::it22281364@my.sliit.lk::b1162cb1-e634-4926-825e-8fc16de7a4db" providerId="AD" clId="Web-{00000000-0000-0000-0000-000000000000}" dt="2026-10-20T19:05:05.680" v="713"/>
          <ac:picMkLst>
            <pc:docMk/>
            <pc:sldMk cId="672832149" sldId="278"/>
            <ac:picMk id="4" creationId="{0D86C883-6E6D-7400-75A1-AF795010F65E}"/>
          </ac:picMkLst>
        </pc:picChg>
      </pc:sldChg>
      <pc:sldChg chg="addSp delSp modSp del ord">
        <pc:chgData name="IMESH L A R it22281364" userId="S::it22281364@my.sliit.lk::b1162cb1-e634-4926-825e-8fc16de7a4db" providerId="AD" clId="Web-{00000000-0000-0000-0000-000000000000}" dt="2026-10-20T19:10:07.573" v="723"/>
        <pc:sldMkLst>
          <pc:docMk/>
          <pc:sldMk cId="0" sldId="280"/>
        </pc:sldMkLst>
        <pc:picChg chg="add del mod">
          <ac:chgData name="IMESH L A R it22281364" userId="S::it22281364@my.sliit.lk::b1162cb1-e634-4926-825e-8fc16de7a4db" providerId="AD" clId="Web-{00000000-0000-0000-0000-000000000000}" dt="2026-10-20T19:09:37.448" v="719"/>
          <ac:picMkLst>
            <pc:docMk/>
            <pc:sldMk cId="0" sldId="280"/>
            <ac:picMk id="72" creationId="{3FE9FE9B-9D61-9F19-3B45-EBAE4C86914F}"/>
          </ac:picMkLst>
        </pc:picChg>
        <pc:picChg chg="add del mod">
          <ac:chgData name="IMESH L A R it22281364" userId="S::it22281364@my.sliit.lk::b1162cb1-e634-4926-825e-8fc16de7a4db" providerId="AD" clId="Web-{00000000-0000-0000-0000-000000000000}" dt="2026-10-20T19:09:50.213" v="721"/>
          <ac:picMkLst>
            <pc:docMk/>
            <pc:sldMk cId="0" sldId="280"/>
            <ac:picMk id="73" creationId="{44B08E8E-338E-BD5F-E2BD-AAC3F7CBA11D}"/>
          </ac:picMkLst>
        </pc:picChg>
      </pc:sldChg>
      <pc:sldChg chg="add">
        <pc:chgData name="IMESH L A R it22281364" userId="S::it22281364@my.sliit.lk::b1162cb1-e634-4926-825e-8fc16de7a4db" providerId="AD" clId="Web-{00000000-0000-0000-0000-000000000000}" dt="2026-10-20T19:09:57.776" v="722"/>
        <pc:sldMkLst>
          <pc:docMk/>
          <pc:sldMk cId="2066703334" sldId="281"/>
        </pc:sldMkLst>
      </pc:sldChg>
    </pc:docChg>
  </pc:docChgLst>
  <pc:docChgLst>
    <pc:chgData name="Guest User" userId="S::urn:spo:tenantanon#44e3cf94-19c9-4e32-96c3-14f5bf01391a::" providerId="AD" clId="Web-{2D0E674A-3059-B0DD-516C-6D3875E4773D}"/>
    <pc:docChg chg="addSld delSld modSld sldOrd">
      <pc:chgData name="Guest User" userId="S::urn:spo:tenantanon#44e3cf94-19c9-4e32-96c3-14f5bf01391a::" providerId="AD" clId="Web-{2D0E674A-3059-B0DD-516C-6D3875E4773D}" dt="2026-10-21T00:24:05.980" v="875" actId="1076"/>
      <pc:docMkLst>
        <pc:docMk/>
      </pc:docMkLst>
      <pc:sldChg chg="modSp">
        <pc:chgData name="Guest User" userId="S::urn:spo:tenantanon#44e3cf94-19c9-4e32-96c3-14f5bf01391a::" providerId="AD" clId="Web-{2D0E674A-3059-B0DD-516C-6D3875E4773D}" dt="2026-10-21T00:24:05.980" v="875" actId="1076"/>
        <pc:sldMkLst>
          <pc:docMk/>
          <pc:sldMk cId="0" sldId="257"/>
        </pc:sldMkLst>
        <pc:spChg chg="mod">
          <ac:chgData name="Guest User" userId="S::urn:spo:tenantanon#44e3cf94-19c9-4e32-96c3-14f5bf01391a::" providerId="AD" clId="Web-{2D0E674A-3059-B0DD-516C-6D3875E4773D}" dt="2026-10-20T19:23:47.070" v="835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23:33.725" v="833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3:05.861" v="795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1T00:24:05.980" v="875" actId="1076"/>
          <ac:spMkLst>
            <pc:docMk/>
            <pc:sldMk cId="0" sldId="257"/>
            <ac:spMk id="23" creationId="{00000000-0000-0000-0000-000000000000}"/>
          </ac:spMkLst>
        </pc:spChg>
      </pc:sldChg>
      <pc:sldChg chg="modSp">
        <pc:chgData name="Guest User" userId="S::urn:spo:tenantanon#44e3cf94-19c9-4e32-96c3-14f5bf01391a::" providerId="AD" clId="Web-{2D0E674A-3059-B0DD-516C-6D3875E4773D}" dt="2026-10-20T18:26:51.001" v="718" actId="1076"/>
        <pc:sldMkLst>
          <pc:docMk/>
          <pc:sldMk cId="0" sldId="258"/>
        </pc:sldMkLst>
        <pc:spChg chg="mod">
          <ac:chgData name="Guest User" userId="S::urn:spo:tenantanon#44e3cf94-19c9-4e32-96c3-14f5bf01391a::" providerId="AD" clId="Web-{2D0E674A-3059-B0DD-516C-6D3875E4773D}" dt="2026-10-20T17:52:18.025" v="522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1:37.461" v="517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0:23.396" v="507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2:30.291" v="525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1:42.571" v="518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0:38.850" v="511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2:35.713" v="526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1:46.337" v="519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0:51.319" v="513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1:09.038" v="516" actId="1410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2:45.432" v="529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1:50.665" v="520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51:02.944" v="515" actId="14100"/>
          <ac:spMkLst>
            <pc:docMk/>
            <pc:sldMk cId="0" sldId="258"/>
            <ac:spMk id="24" creationId="{00000000-0000-0000-0000-000000000000}"/>
          </ac:spMkLst>
        </pc:spChg>
        <pc:picChg chg="mod">
          <ac:chgData name="Guest User" userId="S::urn:spo:tenantanon#44e3cf94-19c9-4e32-96c3-14f5bf01391a::" providerId="AD" clId="Web-{2D0E674A-3059-B0DD-516C-6D3875E4773D}" dt="2026-10-20T18:26:51.001" v="718" actId="1076"/>
          <ac:picMkLst>
            <pc:docMk/>
            <pc:sldMk cId="0" sldId="258"/>
            <ac:picMk id="32" creationId="{16BEDCCE-B148-5223-A1B8-6E72AD8BB816}"/>
          </ac:picMkLst>
        </pc:picChg>
      </pc:sldChg>
      <pc:sldChg chg="addSp delSp modSp">
        <pc:chgData name="Guest User" userId="S::urn:spo:tenantanon#44e3cf94-19c9-4e32-96c3-14f5bf01391a::" providerId="AD" clId="Web-{2D0E674A-3059-B0DD-516C-6D3875E4773D}" dt="2026-10-20T19:18:49.653" v="831" actId="1076"/>
        <pc:sldMkLst>
          <pc:docMk/>
          <pc:sldMk cId="0" sldId="259"/>
        </pc:sldMkLst>
        <pc:spChg chg="add mod">
          <ac:chgData name="Guest User" userId="S::urn:spo:tenantanon#44e3cf94-19c9-4e32-96c3-14f5bf01391a::" providerId="AD" clId="Web-{2D0E674A-3059-B0DD-516C-6D3875E4773D}" dt="2026-10-20T19:14:34.660" v="815" actId="1076"/>
          <ac:spMkLst>
            <pc:docMk/>
            <pc:sldMk cId="0" sldId="259"/>
            <ac:spMk id="2" creationId="{EF3CBABF-DA1A-AA3F-0DD3-AD8AAA79F5EC}"/>
          </ac:spMkLst>
        </pc:spChg>
        <pc:spChg chg="mod">
          <ac:chgData name="Guest User" userId="S::urn:spo:tenantanon#44e3cf94-19c9-4e32-96c3-14f5bf01391a::" providerId="AD" clId="Web-{2D0E674A-3059-B0DD-516C-6D3875E4773D}" dt="2026-10-20T17:22:15.527" v="35"/>
          <ac:spMkLst>
            <pc:docMk/>
            <pc:sldMk cId="0" sldId="259"/>
            <ac:spMk id="11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45.497" v="101"/>
          <ac:spMkLst>
            <pc:docMk/>
            <pc:sldMk cId="0" sldId="259"/>
            <ac:spMk id="14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45.857" v="102"/>
          <ac:spMkLst>
            <pc:docMk/>
            <pc:sldMk cId="0" sldId="259"/>
            <ac:spMk id="15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45.982" v="103"/>
          <ac:spMkLst>
            <pc:docMk/>
            <pc:sldMk cId="0" sldId="259"/>
            <ac:spMk id="16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46.075" v="104"/>
          <ac:spMkLst>
            <pc:docMk/>
            <pc:sldMk cId="0" sldId="259"/>
            <ac:spMk id="17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46.185" v="10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24:01.984" v="60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23:57.874" v="59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7:23:53.983" v="58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4:34.035" v="798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4:34.082" v="799" actId="1076"/>
          <ac:spMkLst>
            <pc:docMk/>
            <pc:sldMk cId="0" sldId="259"/>
            <ac:spMk id="27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24.778" v="94"/>
          <ac:spMkLst>
            <pc:docMk/>
            <pc:sldMk cId="0" sldId="259"/>
            <ac:spMk id="28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23.059" v="93"/>
          <ac:spMkLst>
            <pc:docMk/>
            <pc:sldMk cId="0" sldId="259"/>
            <ac:spMk id="29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12.996" v="823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09.261" v="822" actId="1076"/>
          <ac:spMkLst>
            <pc:docMk/>
            <pc:sldMk cId="0" sldId="259"/>
            <ac:spMk id="31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29.559" v="9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7:59.183" v="820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16.043" v="824" actId="1076"/>
          <ac:spMkLst>
            <pc:docMk/>
            <pc:sldMk cId="0" sldId="259"/>
            <ac:spMk id="34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40.372" v="829" actId="1076"/>
          <ac:spMkLst>
            <pc:docMk/>
            <pc:sldMk cId="0" sldId="259"/>
            <ac:spMk id="35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31.122" v="97"/>
          <ac:spMkLst>
            <pc:docMk/>
            <pc:sldMk cId="0" sldId="259"/>
            <ac:spMk id="36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04.324" v="821" actId="1076"/>
          <ac:spMkLst>
            <pc:docMk/>
            <pc:sldMk cId="0" sldId="259"/>
            <ac:spMk id="37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4:34.379" v="806" actId="1076"/>
          <ac:spMkLst>
            <pc:docMk/>
            <pc:sldMk cId="0" sldId="259"/>
            <ac:spMk id="38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49.653" v="831" actId="1076"/>
          <ac:spMkLst>
            <pc:docMk/>
            <pc:sldMk cId="0" sldId="259"/>
            <ac:spMk id="39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34.528" v="828" actId="107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4:34.473" v="809" actId="107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21.324" v="826" actId="1076"/>
          <ac:spMkLst>
            <pc:docMk/>
            <pc:sldMk cId="0" sldId="259"/>
            <ac:spMk id="42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36.153" v="99"/>
          <ac:spMkLst>
            <pc:docMk/>
            <pc:sldMk cId="0" sldId="259"/>
            <ac:spMk id="43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4:34.535" v="811" actId="1076"/>
          <ac:spMkLst>
            <pc:docMk/>
            <pc:sldMk cId="0" sldId="259"/>
            <ac:spMk id="44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28.887" v="827" actId="1076"/>
          <ac:spMkLst>
            <pc:docMk/>
            <pc:sldMk cId="0" sldId="259"/>
            <ac:spMk id="45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25.856" v="95"/>
          <ac:spMkLst>
            <pc:docMk/>
            <pc:sldMk cId="0" sldId="259"/>
            <ac:spMk id="46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18.715" v="825" actId="1076"/>
          <ac:spMkLst>
            <pc:docMk/>
            <pc:sldMk cId="0" sldId="259"/>
            <ac:spMk id="47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19:18:44.591" v="830" actId="1076"/>
          <ac:spMkLst>
            <pc:docMk/>
            <pc:sldMk cId="0" sldId="259"/>
            <ac:spMk id="48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7:30:35.419" v="98"/>
          <ac:spMkLst>
            <pc:docMk/>
            <pc:sldMk cId="0" sldId="259"/>
            <ac:spMk id="49" creationId="{00000000-0000-0000-0000-000000000000}"/>
          </ac:spMkLst>
        </pc:spChg>
        <pc:graphicFrameChg chg="mod modGraphic">
          <ac:chgData name="Guest User" userId="S::urn:spo:tenantanon#44e3cf94-19c9-4e32-96c3-14f5bf01391a::" providerId="AD" clId="Web-{2D0E674A-3059-B0DD-516C-6D3875E4773D}" dt="2026-10-20T19:14:33.973" v="797" actId="1076"/>
          <ac:graphicFrameMkLst>
            <pc:docMk/>
            <pc:sldMk cId="0" sldId="259"/>
            <ac:graphicFrameMk id="20" creationId="{00000000-0000-0000-0000-000000000000}"/>
          </ac:graphicFrameMkLst>
        </pc:graphicFrameChg>
        <pc:picChg chg="mod">
          <ac:chgData name="Guest User" userId="S::urn:spo:tenantanon#44e3cf94-19c9-4e32-96c3-14f5bf01391a::" providerId="AD" clId="Web-{2D0E674A-3059-B0DD-516C-6D3875E4773D}" dt="2026-10-20T17:32:34.813" v="129" actId="1076"/>
          <ac:picMkLst>
            <pc:docMk/>
            <pc:sldMk cId="0" sldId="259"/>
            <ac:picMk id="55" creationId="{775E810E-ADEC-CCC0-2F50-8CC5B05A0391}"/>
          </ac:picMkLst>
        </pc:picChg>
      </pc:sldChg>
      <pc:sldChg chg="addSp delSp modSp">
        <pc:chgData name="Guest User" userId="S::urn:spo:tenantanon#44e3cf94-19c9-4e32-96c3-14f5bf01391a::" providerId="AD" clId="Web-{2D0E674A-3059-B0DD-516C-6D3875E4773D}" dt="2026-10-20T19:07:09.333" v="781"/>
        <pc:sldMkLst>
          <pc:docMk/>
          <pc:sldMk cId="0" sldId="262"/>
        </pc:sldMkLst>
        <pc:spChg chg="del mod">
          <ac:chgData name="Guest User" userId="S::urn:spo:tenantanon#44e3cf94-19c9-4e32-96c3-14f5bf01391a::" providerId="AD" clId="Web-{2D0E674A-3059-B0DD-516C-6D3875E4773D}" dt="2026-10-20T18:23:16.228" v="702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Guest User" userId="S::urn:spo:tenantanon#44e3cf94-19c9-4e32-96c3-14f5bf01391a::" providerId="AD" clId="Web-{2D0E674A-3059-B0DD-516C-6D3875E4773D}" dt="2026-10-20T18:23:19.619" v="717"/>
          <ac:spMkLst>
            <pc:docMk/>
            <pc:sldMk cId="0" sldId="262"/>
            <ac:spMk id="6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87"/>
          <ac:spMkLst>
            <pc:docMk/>
            <pc:sldMk cId="0" sldId="262"/>
            <ac:spMk id="9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86"/>
          <ac:spMkLst>
            <pc:docMk/>
            <pc:sldMk cId="0" sldId="262"/>
            <ac:spMk id="10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85"/>
          <ac:spMkLst>
            <pc:docMk/>
            <pc:sldMk cId="0" sldId="262"/>
            <ac:spMk id="11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84"/>
          <ac:spMkLst>
            <pc:docMk/>
            <pc:sldMk cId="0" sldId="262"/>
            <ac:spMk id="12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83"/>
          <ac:spMkLst>
            <pc:docMk/>
            <pc:sldMk cId="0" sldId="262"/>
            <ac:spMk id="13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82"/>
          <ac:spMkLst>
            <pc:docMk/>
            <pc:sldMk cId="0" sldId="262"/>
            <ac:spMk id="14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81"/>
          <ac:spMkLst>
            <pc:docMk/>
            <pc:sldMk cId="0" sldId="262"/>
            <ac:spMk id="15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80"/>
          <ac:spMkLst>
            <pc:docMk/>
            <pc:sldMk cId="0" sldId="262"/>
            <ac:spMk id="16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9"/>
          <ac:spMkLst>
            <pc:docMk/>
            <pc:sldMk cId="0" sldId="262"/>
            <ac:spMk id="17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7"/>
          <ac:spMkLst>
            <pc:docMk/>
            <pc:sldMk cId="0" sldId="262"/>
            <ac:spMk id="19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6"/>
          <ac:spMkLst>
            <pc:docMk/>
            <pc:sldMk cId="0" sldId="262"/>
            <ac:spMk id="20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5"/>
          <ac:spMkLst>
            <pc:docMk/>
            <pc:sldMk cId="0" sldId="262"/>
            <ac:spMk id="21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4"/>
          <ac:spMkLst>
            <pc:docMk/>
            <pc:sldMk cId="0" sldId="262"/>
            <ac:spMk id="22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3"/>
          <ac:spMkLst>
            <pc:docMk/>
            <pc:sldMk cId="0" sldId="262"/>
            <ac:spMk id="23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2"/>
          <ac:spMkLst>
            <pc:docMk/>
            <pc:sldMk cId="0" sldId="262"/>
            <ac:spMk id="24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1"/>
          <ac:spMkLst>
            <pc:docMk/>
            <pc:sldMk cId="0" sldId="262"/>
            <ac:spMk id="25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70"/>
          <ac:spMkLst>
            <pc:docMk/>
            <pc:sldMk cId="0" sldId="262"/>
            <ac:spMk id="26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9"/>
          <ac:spMkLst>
            <pc:docMk/>
            <pc:sldMk cId="0" sldId="262"/>
            <ac:spMk id="27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8"/>
          <ac:spMkLst>
            <pc:docMk/>
            <pc:sldMk cId="0" sldId="262"/>
            <ac:spMk id="28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7"/>
          <ac:spMkLst>
            <pc:docMk/>
            <pc:sldMk cId="0" sldId="262"/>
            <ac:spMk id="29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6"/>
          <ac:spMkLst>
            <pc:docMk/>
            <pc:sldMk cId="0" sldId="262"/>
            <ac:spMk id="30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5"/>
          <ac:spMkLst>
            <pc:docMk/>
            <pc:sldMk cId="0" sldId="262"/>
            <ac:spMk id="31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4"/>
          <ac:spMkLst>
            <pc:docMk/>
            <pc:sldMk cId="0" sldId="262"/>
            <ac:spMk id="32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3"/>
          <ac:spMkLst>
            <pc:docMk/>
            <pc:sldMk cId="0" sldId="262"/>
            <ac:spMk id="33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2"/>
          <ac:spMkLst>
            <pc:docMk/>
            <pc:sldMk cId="0" sldId="262"/>
            <ac:spMk id="34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1"/>
          <ac:spMkLst>
            <pc:docMk/>
            <pc:sldMk cId="0" sldId="262"/>
            <ac:spMk id="35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60"/>
          <ac:spMkLst>
            <pc:docMk/>
            <pc:sldMk cId="0" sldId="262"/>
            <ac:spMk id="36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59"/>
          <ac:spMkLst>
            <pc:docMk/>
            <pc:sldMk cId="0" sldId="262"/>
            <ac:spMk id="37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5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57"/>
          <ac:spMkLst>
            <pc:docMk/>
            <pc:sldMk cId="0" sldId="262"/>
            <ac:spMk id="39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01:50.482" v="556"/>
          <ac:spMkLst>
            <pc:docMk/>
            <pc:sldMk cId="0" sldId="262"/>
            <ac:spMk id="40" creationId="{00000000-0000-0000-0000-000000000000}"/>
          </ac:spMkLst>
        </pc:spChg>
        <pc:spChg chg="del">
          <ac:chgData name="Guest User" userId="S::urn:spo:tenantanon#44e3cf94-19c9-4e32-96c3-14f5bf01391a::" providerId="AD" clId="Web-{2D0E674A-3059-B0DD-516C-6D3875E4773D}" dt="2026-10-20T18:55:35.481" v="744"/>
          <ac:spMkLst>
            <pc:docMk/>
            <pc:sldMk cId="0" sldId="262"/>
            <ac:spMk id="44" creationId="{A41CE7F9-D404-334D-4CCF-414955B49012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54"/>
          <ac:spMkLst>
            <pc:docMk/>
            <pc:sldMk cId="0" sldId="262"/>
            <ac:spMk id="46" creationId="{D5B5932E-FBD1-1679-5D83-932F5E6CD62E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53"/>
          <ac:spMkLst>
            <pc:docMk/>
            <pc:sldMk cId="0" sldId="262"/>
            <ac:spMk id="50" creationId="{0DAEDA5E-CF27-574B-BB3C-DCB0168E1B97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52"/>
          <ac:spMkLst>
            <pc:docMk/>
            <pc:sldMk cId="0" sldId="262"/>
            <ac:spMk id="52" creationId="{E05AE9CF-A9A9-DF03-3561-CB16EF35741D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51"/>
          <ac:spMkLst>
            <pc:docMk/>
            <pc:sldMk cId="0" sldId="262"/>
            <ac:spMk id="56" creationId="{4AA16F48-954B-A457-6A5A-A6EF4CD96B43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50"/>
          <ac:spMkLst>
            <pc:docMk/>
            <pc:sldMk cId="0" sldId="262"/>
            <ac:spMk id="58" creationId="{168702DD-405C-5F5E-18A0-19C196AC2CD3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49"/>
          <ac:spMkLst>
            <pc:docMk/>
            <pc:sldMk cId="0" sldId="262"/>
            <ac:spMk id="60" creationId="{57C69E47-00EE-0FC4-F863-4A2C3C6211F3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48"/>
          <ac:spMkLst>
            <pc:docMk/>
            <pc:sldMk cId="0" sldId="262"/>
            <ac:spMk id="62" creationId="{AE17A1C9-C46E-3254-DC0B-B48074DA85CA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47"/>
          <ac:spMkLst>
            <pc:docMk/>
            <pc:sldMk cId="0" sldId="262"/>
            <ac:spMk id="64" creationId="{938DECE5-029E-EC1D-3218-2138440038F2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46"/>
          <ac:spMkLst>
            <pc:docMk/>
            <pc:sldMk cId="0" sldId="262"/>
            <ac:spMk id="66" creationId="{C3A85DCA-3ED3-AA51-F185-7F98151A9A88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45"/>
          <ac:spMkLst>
            <pc:docMk/>
            <pc:sldMk cId="0" sldId="262"/>
            <ac:spMk id="68" creationId="{432A0403-C44A-42B8-5AA9-08ACDDBE959C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44"/>
          <ac:spMkLst>
            <pc:docMk/>
            <pc:sldMk cId="0" sldId="262"/>
            <ac:spMk id="70" creationId="{D4AD3730-8146-8BA9-FF13-0522CD6E85EE}"/>
          </ac:spMkLst>
        </pc:spChg>
        <pc:spChg chg="add del">
          <ac:chgData name="Guest User" userId="S::urn:spo:tenantanon#44e3cf94-19c9-4e32-96c3-14f5bf01391a::" providerId="AD" clId="Web-{2D0E674A-3059-B0DD-516C-6D3875E4773D}" dt="2026-10-20T18:01:38.825" v="543"/>
          <ac:spMkLst>
            <pc:docMk/>
            <pc:sldMk cId="0" sldId="262"/>
            <ac:spMk id="72" creationId="{AF6ACE34-3F7E-723B-8E27-DF40B6A43B34}"/>
          </ac:spMkLst>
        </pc:spChg>
        <pc:spChg chg="add del">
          <ac:chgData name="Guest User" userId="S::urn:spo:tenantanon#44e3cf94-19c9-4e32-96c3-14f5bf01391a::" providerId="AD" clId="Web-{2D0E674A-3059-B0DD-516C-6D3875E4773D}" dt="2026-10-20T18:23:19.619" v="715"/>
          <ac:spMkLst>
            <pc:docMk/>
            <pc:sldMk cId="0" sldId="262"/>
            <ac:spMk id="76" creationId="{048BF66D-88A3-3830-6D92-080471F4761E}"/>
          </ac:spMkLst>
        </pc:spChg>
        <pc:spChg chg="add del">
          <ac:chgData name="Guest User" userId="S::urn:spo:tenantanon#44e3cf94-19c9-4e32-96c3-14f5bf01391a::" providerId="AD" clId="Web-{2D0E674A-3059-B0DD-516C-6D3875E4773D}" dt="2026-10-20T18:23:19.619" v="714"/>
          <ac:spMkLst>
            <pc:docMk/>
            <pc:sldMk cId="0" sldId="262"/>
            <ac:spMk id="78" creationId="{3FD14EB9-8022-F892-6CB1-198EF87EB063}"/>
          </ac:spMkLst>
        </pc:spChg>
        <pc:spChg chg="add del">
          <ac:chgData name="Guest User" userId="S::urn:spo:tenantanon#44e3cf94-19c9-4e32-96c3-14f5bf01391a::" providerId="AD" clId="Web-{2D0E674A-3059-B0DD-516C-6D3875E4773D}" dt="2026-10-20T18:23:19.619" v="713"/>
          <ac:spMkLst>
            <pc:docMk/>
            <pc:sldMk cId="0" sldId="262"/>
            <ac:spMk id="80" creationId="{2B4BC7B2-78BB-B508-5D98-0CBB3A038225}"/>
          </ac:spMkLst>
        </pc:spChg>
        <pc:spChg chg="add del">
          <ac:chgData name="Guest User" userId="S::urn:spo:tenantanon#44e3cf94-19c9-4e32-96c3-14f5bf01391a::" providerId="AD" clId="Web-{2D0E674A-3059-B0DD-516C-6D3875E4773D}" dt="2026-10-20T18:23:19.619" v="712"/>
          <ac:spMkLst>
            <pc:docMk/>
            <pc:sldMk cId="0" sldId="262"/>
            <ac:spMk id="82" creationId="{113E8F47-8A7E-D8A2-62C3-361A9232E728}"/>
          </ac:spMkLst>
        </pc:spChg>
        <pc:spChg chg="add del mod">
          <ac:chgData name="Guest User" userId="S::urn:spo:tenantanon#44e3cf94-19c9-4e32-96c3-14f5bf01391a::" providerId="AD" clId="Web-{2D0E674A-3059-B0DD-516C-6D3875E4773D}" dt="2026-10-20T18:23:19.619" v="711"/>
          <ac:spMkLst>
            <pc:docMk/>
            <pc:sldMk cId="0" sldId="262"/>
            <ac:spMk id="84" creationId="{FB762958-DB43-985E-0BE0-F0543646DA9A}"/>
          </ac:spMkLst>
        </pc:spChg>
        <pc:spChg chg="add del mod">
          <ac:chgData name="Guest User" userId="S::urn:spo:tenantanon#44e3cf94-19c9-4e32-96c3-14f5bf01391a::" providerId="AD" clId="Web-{2D0E674A-3059-B0DD-516C-6D3875E4773D}" dt="2026-10-20T18:23:19.619" v="710"/>
          <ac:spMkLst>
            <pc:docMk/>
            <pc:sldMk cId="0" sldId="262"/>
            <ac:spMk id="86" creationId="{A49EE353-7014-97CB-B0AB-D28790A78A69}"/>
          </ac:spMkLst>
        </pc:spChg>
        <pc:spChg chg="add del mod">
          <ac:chgData name="Guest User" userId="S::urn:spo:tenantanon#44e3cf94-19c9-4e32-96c3-14f5bf01391a::" providerId="AD" clId="Web-{2D0E674A-3059-B0DD-516C-6D3875E4773D}" dt="2026-10-20T18:23:19.619" v="709"/>
          <ac:spMkLst>
            <pc:docMk/>
            <pc:sldMk cId="0" sldId="262"/>
            <ac:spMk id="88" creationId="{58CE78C5-76CB-48AE-8421-633C87A0702E}"/>
          </ac:spMkLst>
        </pc:spChg>
        <pc:spChg chg="add del mod">
          <ac:chgData name="Guest User" userId="S::urn:spo:tenantanon#44e3cf94-19c9-4e32-96c3-14f5bf01391a::" providerId="AD" clId="Web-{2D0E674A-3059-B0DD-516C-6D3875E4773D}" dt="2026-10-20T18:23:19.619" v="708"/>
          <ac:spMkLst>
            <pc:docMk/>
            <pc:sldMk cId="0" sldId="262"/>
            <ac:spMk id="90" creationId="{CB52F53B-B58A-D145-87E7-D0837BB889A2}"/>
          </ac:spMkLst>
        </pc:spChg>
        <pc:spChg chg="add del mod">
          <ac:chgData name="Guest User" userId="S::urn:spo:tenantanon#44e3cf94-19c9-4e32-96c3-14f5bf01391a::" providerId="AD" clId="Web-{2D0E674A-3059-B0DD-516C-6D3875E4773D}" dt="2026-10-20T18:23:19.619" v="707"/>
          <ac:spMkLst>
            <pc:docMk/>
            <pc:sldMk cId="0" sldId="262"/>
            <ac:spMk id="92" creationId="{855572B8-CC09-CAFF-C499-241539F1BC64}"/>
          </ac:spMkLst>
        </pc:spChg>
        <pc:spChg chg="add del mod">
          <ac:chgData name="Guest User" userId="S::urn:spo:tenantanon#44e3cf94-19c9-4e32-96c3-14f5bf01391a::" providerId="AD" clId="Web-{2D0E674A-3059-B0DD-516C-6D3875E4773D}" dt="2026-10-20T18:23:19.619" v="706"/>
          <ac:spMkLst>
            <pc:docMk/>
            <pc:sldMk cId="0" sldId="262"/>
            <ac:spMk id="94" creationId="{2662D600-59CA-AB6F-5C1D-D0C2D10D26C9}"/>
          </ac:spMkLst>
        </pc:spChg>
        <pc:spChg chg="add del mod">
          <ac:chgData name="Guest User" userId="S::urn:spo:tenantanon#44e3cf94-19c9-4e32-96c3-14f5bf01391a::" providerId="AD" clId="Web-{2D0E674A-3059-B0DD-516C-6D3875E4773D}" dt="2026-10-20T18:23:19.619" v="705"/>
          <ac:spMkLst>
            <pc:docMk/>
            <pc:sldMk cId="0" sldId="262"/>
            <ac:spMk id="96" creationId="{82C6266B-0EAD-05BD-7819-0A82F51FBE0B}"/>
          </ac:spMkLst>
        </pc:spChg>
        <pc:spChg chg="add del mod">
          <ac:chgData name="Guest User" userId="S::urn:spo:tenantanon#44e3cf94-19c9-4e32-96c3-14f5bf01391a::" providerId="AD" clId="Web-{2D0E674A-3059-B0DD-516C-6D3875E4773D}" dt="2026-10-20T18:23:19.619" v="704"/>
          <ac:spMkLst>
            <pc:docMk/>
            <pc:sldMk cId="0" sldId="262"/>
            <ac:spMk id="98" creationId="{34849C79-1EC1-5D25-2A0A-9FD8BA330FEA}"/>
          </ac:spMkLst>
        </pc:spChg>
        <pc:picChg chg="del">
          <ac:chgData name="Guest User" userId="S::urn:spo:tenantanon#44e3cf94-19c9-4e32-96c3-14f5bf01391a::" providerId="AD" clId="Web-{2D0E674A-3059-B0DD-516C-6D3875E4773D}" dt="2026-10-20T18:23:19.619" v="716"/>
          <ac:picMkLst>
            <pc:docMk/>
            <pc:sldMk cId="0" sldId="262"/>
            <ac:picMk id="3" creationId="{D31D6129-8DA9-97BD-29E0-5C4AE8AE038F}"/>
          </ac:picMkLst>
        </pc:picChg>
        <pc:picChg chg="add del">
          <ac:chgData name="Guest User" userId="S::urn:spo:tenantanon#44e3cf94-19c9-4e32-96c3-14f5bf01391a::" providerId="AD" clId="Web-{2D0E674A-3059-B0DD-516C-6D3875E4773D}" dt="2026-10-20T18:01:38.825" v="555"/>
          <ac:picMkLst>
            <pc:docMk/>
            <pc:sldMk cId="0" sldId="262"/>
            <ac:picMk id="41" creationId="{24D60AF9-0089-BB54-D150-CED9BD157FE5}"/>
          </ac:picMkLst>
        </pc:picChg>
        <pc:picChg chg="del">
          <ac:chgData name="Guest User" userId="S::urn:spo:tenantanon#44e3cf94-19c9-4e32-96c3-14f5bf01391a::" providerId="AD" clId="Web-{2D0E674A-3059-B0DD-516C-6D3875E4773D}" dt="2026-10-20T18:01:50.482" v="588"/>
          <ac:picMkLst>
            <pc:docMk/>
            <pc:sldMk cId="0" sldId="262"/>
            <ac:picMk id="49" creationId="{8136F316-EBB7-E902-1849-0148D5D62CCF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23:07.806" v="699"/>
          <ac:picMkLst>
            <pc:docMk/>
            <pc:sldMk cId="0" sldId="262"/>
            <ac:picMk id="74" creationId="{E84CB00F-0714-0495-0AFF-9C3769D71D28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13:40.818" v="646"/>
          <ac:picMkLst>
            <pc:docMk/>
            <pc:sldMk cId="0" sldId="262"/>
            <ac:picMk id="99" creationId="{F5AFE820-8A1D-F61F-1596-CE95D3C10E50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14:46.711" v="655"/>
          <ac:picMkLst>
            <pc:docMk/>
            <pc:sldMk cId="0" sldId="262"/>
            <ac:picMk id="100" creationId="{5C48E8B4-D415-5B74-2212-AF5BF580CFF6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23:19.619" v="703"/>
          <ac:picMkLst>
            <pc:docMk/>
            <pc:sldMk cId="0" sldId="262"/>
            <ac:picMk id="101" creationId="{E051C4A8-EE0D-8C8B-722B-0FEE9D43F4CA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36:31.427" v="725"/>
          <ac:picMkLst>
            <pc:docMk/>
            <pc:sldMk cId="0" sldId="262"/>
            <ac:picMk id="102" creationId="{AB23A67A-8C52-AA54-C861-C9D9085EAE14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41:48.016" v="727"/>
          <ac:picMkLst>
            <pc:docMk/>
            <pc:sldMk cId="0" sldId="262"/>
            <ac:picMk id="103" creationId="{AB1875DC-4F48-3663-7C43-27268A5E3110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43:56.536" v="733"/>
          <ac:picMkLst>
            <pc:docMk/>
            <pc:sldMk cId="0" sldId="262"/>
            <ac:picMk id="104" creationId="{7E3448C1-09E6-35D0-4CE3-2702B0927BDD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45:45.633" v="735"/>
          <ac:picMkLst>
            <pc:docMk/>
            <pc:sldMk cId="0" sldId="262"/>
            <ac:picMk id="105" creationId="{FFB98774-D7B2-209E-C6DD-E28BD3435454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48:48.296" v="737"/>
          <ac:picMkLst>
            <pc:docMk/>
            <pc:sldMk cId="0" sldId="262"/>
            <ac:picMk id="106" creationId="{15CB6DF7-63AB-DB51-8824-66B1D13FB242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50:41.331" v="739"/>
          <ac:picMkLst>
            <pc:docMk/>
            <pc:sldMk cId="0" sldId="262"/>
            <ac:picMk id="107" creationId="{FF827D29-22E8-B28F-7C22-561419F444A9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54:58.168" v="741"/>
          <ac:picMkLst>
            <pc:docMk/>
            <pc:sldMk cId="0" sldId="262"/>
            <ac:picMk id="108" creationId="{DE97C2D6-8075-546C-0DCC-782673DA79E7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56:43.171" v="753"/>
          <ac:picMkLst>
            <pc:docMk/>
            <pc:sldMk cId="0" sldId="262"/>
            <ac:picMk id="109" creationId="{681E8AE2-9671-CFF7-928F-8F1022507DA3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9:02:46.715" v="770"/>
          <ac:picMkLst>
            <pc:docMk/>
            <pc:sldMk cId="0" sldId="262"/>
            <ac:picMk id="110" creationId="{339D7B0F-3263-7FCF-0B8C-A5CA8A31D4EE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9:05:45.627" v="772"/>
          <ac:picMkLst>
            <pc:docMk/>
            <pc:sldMk cId="0" sldId="262"/>
            <ac:picMk id="111" creationId="{834F92E7-B0FC-4306-01FB-FC9A2965174F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9:06:06.315" v="776"/>
          <ac:picMkLst>
            <pc:docMk/>
            <pc:sldMk cId="0" sldId="262"/>
            <ac:picMk id="112" creationId="{10AEC36A-B337-FE4D-E60A-753B5352EBDF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9:07:09.333" v="781"/>
          <ac:picMkLst>
            <pc:docMk/>
            <pc:sldMk cId="0" sldId="262"/>
            <ac:picMk id="113" creationId="{CF203E37-932A-55FA-07BD-F2242D07BC06}"/>
          </ac:picMkLst>
        </pc:picChg>
        <pc:cxnChg chg="del">
          <ac:chgData name="Guest User" userId="S::urn:spo:tenantanon#44e3cf94-19c9-4e32-96c3-14f5bf01391a::" providerId="AD" clId="Web-{2D0E674A-3059-B0DD-516C-6D3875E4773D}" dt="2026-10-20T18:55:38.888" v="745"/>
          <ac:cxnSpMkLst>
            <pc:docMk/>
            <pc:sldMk cId="0" sldId="262"/>
            <ac:cxnSpMk id="45" creationId="{658D83AA-8178-69AD-A36D-25B1A4A085A6}"/>
          </ac:cxnSpMkLst>
        </pc:cxnChg>
      </pc:sldChg>
      <pc:sldChg chg="addSp delSp modSp add ord replId">
        <pc:chgData name="Guest User" userId="S::urn:spo:tenantanon#44e3cf94-19c9-4e32-96c3-14f5bf01391a::" providerId="AD" clId="Web-{2D0E674A-3059-B0DD-516C-6D3875E4773D}" dt="2026-10-20T22:50:53.754" v="859" actId="1076"/>
        <pc:sldMkLst>
          <pc:docMk/>
          <pc:sldMk cId="713367751" sldId="273"/>
        </pc:sldMkLst>
        <pc:spChg chg="mod">
          <ac:chgData name="Guest User" userId="S::urn:spo:tenantanon#44e3cf94-19c9-4e32-96c3-14f5bf01391a::" providerId="AD" clId="Web-{2D0E674A-3059-B0DD-516C-6D3875E4773D}" dt="2026-10-20T19:09:38.213" v="786" actId="1076"/>
          <ac:spMkLst>
            <pc:docMk/>
            <pc:sldMk cId="713367751" sldId="273"/>
            <ac:spMk id="5" creationId="{74160B55-9983-4F07-ABBB-B16F0008A34E}"/>
          </ac:spMkLst>
        </pc:spChg>
        <pc:spChg chg="mod">
          <ac:chgData name="Guest User" userId="S::urn:spo:tenantanon#44e3cf94-19c9-4e32-96c3-14f5bf01391a::" providerId="AD" clId="Web-{2D0E674A-3059-B0DD-516C-6D3875E4773D}" dt="2026-10-20T22:50:22.832" v="848" actId="1076"/>
          <ac:spMkLst>
            <pc:docMk/>
            <pc:sldMk cId="713367751" sldId="273"/>
            <ac:spMk id="76" creationId="{FB717927-9FD1-A6FC-C560-9DA419C984A4}"/>
          </ac:spMkLst>
        </pc:spChg>
        <pc:spChg chg="mod">
          <ac:chgData name="Guest User" userId="S::urn:spo:tenantanon#44e3cf94-19c9-4e32-96c3-14f5bf01391a::" providerId="AD" clId="Web-{2D0E674A-3059-B0DD-516C-6D3875E4773D}" dt="2026-10-20T22:50:22.864" v="849" actId="1076"/>
          <ac:spMkLst>
            <pc:docMk/>
            <pc:sldMk cId="713367751" sldId="273"/>
            <ac:spMk id="78" creationId="{98414938-7696-4B45-B162-85A4A0C318BB}"/>
          </ac:spMkLst>
        </pc:spChg>
        <pc:spChg chg="mod">
          <ac:chgData name="Guest User" userId="S::urn:spo:tenantanon#44e3cf94-19c9-4e32-96c3-14f5bf01391a::" providerId="AD" clId="Web-{2D0E674A-3059-B0DD-516C-6D3875E4773D}" dt="2026-10-20T18:19:36.846" v="680" actId="1076"/>
          <ac:spMkLst>
            <pc:docMk/>
            <pc:sldMk cId="713367751" sldId="273"/>
            <ac:spMk id="80" creationId="{8496CE17-AE5C-61B2-36D3-F45A4308D8E6}"/>
          </ac:spMkLst>
        </pc:spChg>
        <pc:spChg chg="mod">
          <ac:chgData name="Guest User" userId="S::urn:spo:tenantanon#44e3cf94-19c9-4e32-96c3-14f5bf01391a::" providerId="AD" clId="Web-{2D0E674A-3059-B0DD-516C-6D3875E4773D}" dt="2026-10-20T18:19:36.893" v="681" actId="1076"/>
          <ac:spMkLst>
            <pc:docMk/>
            <pc:sldMk cId="713367751" sldId="273"/>
            <ac:spMk id="82" creationId="{68657751-4AFC-7862-F3CF-85717BDCCFDA}"/>
          </ac:spMkLst>
        </pc:spChg>
        <pc:spChg chg="mod">
          <ac:chgData name="Guest User" userId="S::urn:spo:tenantanon#44e3cf94-19c9-4e32-96c3-14f5bf01391a::" providerId="AD" clId="Web-{2D0E674A-3059-B0DD-516C-6D3875E4773D}" dt="2026-10-20T22:50:32.410" v="854" actId="1076"/>
          <ac:spMkLst>
            <pc:docMk/>
            <pc:sldMk cId="713367751" sldId="273"/>
            <ac:spMk id="84" creationId="{06F7BDE2-63FB-950D-1820-4FE0B30AEE78}"/>
          </ac:spMkLst>
        </pc:spChg>
        <pc:spChg chg="mod">
          <ac:chgData name="Guest User" userId="S::urn:spo:tenantanon#44e3cf94-19c9-4e32-96c3-14f5bf01391a::" providerId="AD" clId="Web-{2D0E674A-3059-B0DD-516C-6D3875E4773D}" dt="2026-10-20T22:50:32.426" v="855" actId="1076"/>
          <ac:spMkLst>
            <pc:docMk/>
            <pc:sldMk cId="713367751" sldId="273"/>
            <ac:spMk id="86" creationId="{0D0AF1DA-73D2-4A85-ABD2-F7C001A587EE}"/>
          </ac:spMkLst>
        </pc:spChg>
        <pc:spChg chg="mod">
          <ac:chgData name="Guest User" userId="S::urn:spo:tenantanon#44e3cf94-19c9-4e32-96c3-14f5bf01391a::" providerId="AD" clId="Web-{2D0E674A-3059-B0DD-516C-6D3875E4773D}" dt="2026-10-20T22:50:37.910" v="856" actId="1076"/>
          <ac:spMkLst>
            <pc:docMk/>
            <pc:sldMk cId="713367751" sldId="273"/>
            <ac:spMk id="88" creationId="{27A6EA2A-74DF-188E-0988-D1AB7B851F27}"/>
          </ac:spMkLst>
        </pc:spChg>
        <pc:spChg chg="mod">
          <ac:chgData name="Guest User" userId="S::urn:spo:tenantanon#44e3cf94-19c9-4e32-96c3-14f5bf01391a::" providerId="AD" clId="Web-{2D0E674A-3059-B0DD-516C-6D3875E4773D}" dt="2026-10-20T22:50:37.910" v="857" actId="1076"/>
          <ac:spMkLst>
            <pc:docMk/>
            <pc:sldMk cId="713367751" sldId="273"/>
            <ac:spMk id="90" creationId="{36679616-B847-98B3-A474-943233DA963D}"/>
          </ac:spMkLst>
        </pc:spChg>
        <pc:spChg chg="mod">
          <ac:chgData name="Guest User" userId="S::urn:spo:tenantanon#44e3cf94-19c9-4e32-96c3-14f5bf01391a::" providerId="AD" clId="Web-{2D0E674A-3059-B0DD-516C-6D3875E4773D}" dt="2026-10-20T18:19:36.955" v="686" actId="1076"/>
          <ac:spMkLst>
            <pc:docMk/>
            <pc:sldMk cId="713367751" sldId="273"/>
            <ac:spMk id="92" creationId="{1BC423A6-AB05-AA12-2D23-BD84CE381C3A}"/>
          </ac:spMkLst>
        </pc:spChg>
        <pc:spChg chg="mod">
          <ac:chgData name="Guest User" userId="S::urn:spo:tenantanon#44e3cf94-19c9-4e32-96c3-14f5bf01391a::" providerId="AD" clId="Web-{2D0E674A-3059-B0DD-516C-6D3875E4773D}" dt="2026-10-20T22:50:08.285" v="846" actId="14100"/>
          <ac:spMkLst>
            <pc:docMk/>
            <pc:sldMk cId="713367751" sldId="273"/>
            <ac:spMk id="94" creationId="{4DB550E9-7D0F-AF6A-0843-EFC0302C89CF}"/>
          </ac:spMkLst>
        </pc:spChg>
        <pc:spChg chg="mod">
          <ac:chgData name="Guest User" userId="S::urn:spo:tenantanon#44e3cf94-19c9-4e32-96c3-14f5bf01391a::" providerId="AD" clId="Web-{2D0E674A-3059-B0DD-516C-6D3875E4773D}" dt="2026-10-20T18:19:36.987" v="688" actId="1076"/>
          <ac:spMkLst>
            <pc:docMk/>
            <pc:sldMk cId="713367751" sldId="273"/>
            <ac:spMk id="96" creationId="{8038BFE7-96E3-69AD-A911-5988845B6E8B}"/>
          </ac:spMkLst>
        </pc:spChg>
        <pc:spChg chg="mod">
          <ac:chgData name="Guest User" userId="S::urn:spo:tenantanon#44e3cf94-19c9-4e32-96c3-14f5bf01391a::" providerId="AD" clId="Web-{2D0E674A-3059-B0DD-516C-6D3875E4773D}" dt="2026-10-20T22:50:01.848" v="845" actId="14100"/>
          <ac:spMkLst>
            <pc:docMk/>
            <pc:sldMk cId="713367751" sldId="273"/>
            <ac:spMk id="98" creationId="{55621EA3-F1EB-D56D-82B8-52A816A74325}"/>
          </ac:spMkLst>
        </pc:spChg>
        <pc:picChg chg="add del mod">
          <ac:chgData name="Guest User" userId="S::urn:spo:tenantanon#44e3cf94-19c9-4e32-96c3-14f5bf01391a::" providerId="AD" clId="Web-{2D0E674A-3059-B0DD-516C-6D3875E4773D}" dt="2026-10-20T18:21:28.069" v="691"/>
          <ac:picMkLst>
            <pc:docMk/>
            <pc:sldMk cId="713367751" sldId="273"/>
            <ac:picMk id="2" creationId="{EBFAE947-7D43-3989-DBDE-C7E86A885A4E}"/>
          </ac:picMkLst>
        </pc:picChg>
        <pc:picChg chg="mod">
          <ac:chgData name="Guest User" userId="S::urn:spo:tenantanon#44e3cf94-19c9-4e32-96c3-14f5bf01391a::" providerId="AD" clId="Web-{2D0E674A-3059-B0DD-516C-6D3875E4773D}" dt="2026-10-20T19:15:13.584" v="817" actId="1076"/>
          <ac:picMkLst>
            <pc:docMk/>
            <pc:sldMk cId="713367751" sldId="273"/>
            <ac:picMk id="3" creationId="{5BAD3E2E-FDDC-2F22-C9A6-71ADCC8BF0DE}"/>
          </ac:picMkLst>
        </pc:picChg>
        <pc:picChg chg="add del mod">
          <ac:chgData name="Guest User" userId="S::urn:spo:tenantanon#44e3cf94-19c9-4e32-96c3-14f5bf01391a::" providerId="AD" clId="Web-{2D0E674A-3059-B0DD-516C-6D3875E4773D}" dt="2026-10-20T18:21:46.132" v="693"/>
          <ac:picMkLst>
            <pc:docMk/>
            <pc:sldMk cId="713367751" sldId="273"/>
            <ac:picMk id="7" creationId="{960A5B56-1284-2FF3-7BF2-56F1049A6668}"/>
          </ac:picMkLst>
        </pc:picChg>
        <pc:picChg chg="add mod">
          <ac:chgData name="Guest User" userId="S::urn:spo:tenantanon#44e3cf94-19c9-4e32-96c3-14f5bf01391a::" providerId="AD" clId="Web-{2D0E674A-3059-B0DD-516C-6D3875E4773D}" dt="2026-10-20T22:50:53.754" v="859" actId="1076"/>
          <ac:picMkLst>
            <pc:docMk/>
            <pc:sldMk cId="713367751" sldId="273"/>
            <ac:picMk id="8" creationId="{2436CB0C-049A-353D-49CB-00D2CC7444C6}"/>
          </ac:picMkLst>
        </pc:picChg>
        <pc:picChg chg="mod">
          <ac:chgData name="Guest User" userId="S::urn:spo:tenantanon#44e3cf94-19c9-4e32-96c3-14f5bf01391a::" providerId="AD" clId="Web-{2D0E674A-3059-B0DD-516C-6D3875E4773D}" dt="2026-10-20T22:50:22.801" v="847" actId="1076"/>
          <ac:picMkLst>
            <pc:docMk/>
            <pc:sldMk cId="713367751" sldId="273"/>
            <ac:picMk id="74" creationId="{EC28BE9B-C665-0576-BDBB-8B3900B23212}"/>
          </ac:picMkLst>
        </pc:picChg>
        <pc:picChg chg="del">
          <ac:chgData name="Guest User" userId="S::urn:spo:tenantanon#44e3cf94-19c9-4e32-96c3-14f5bf01391a::" providerId="AD" clId="Web-{2D0E674A-3059-B0DD-516C-6D3875E4773D}" dt="2026-10-20T18:17:02.450" v="665"/>
          <ac:picMkLst>
            <pc:docMk/>
            <pc:sldMk cId="713367751" sldId="273"/>
            <ac:picMk id="101" creationId="{AC445E4C-8A38-20C5-E0A2-4EBBB29BC789}"/>
          </ac:picMkLst>
        </pc:picChg>
      </pc:sldChg>
      <pc:sldChg chg="new del ord">
        <pc:chgData name="Guest User" userId="S::urn:spo:tenantanon#44e3cf94-19c9-4e32-96c3-14f5bf01391a::" providerId="AD" clId="Web-{2D0E674A-3059-B0DD-516C-6D3875E4773D}" dt="2026-10-20T18:56:13.405" v="749"/>
        <pc:sldMkLst>
          <pc:docMk/>
          <pc:sldMk cId="1531248353" sldId="277"/>
        </pc:sldMkLst>
      </pc:sldChg>
      <pc:sldChg chg="new del">
        <pc:chgData name="Guest User" userId="S::urn:spo:tenantanon#44e3cf94-19c9-4e32-96c3-14f5bf01391a::" providerId="AD" clId="Web-{2D0E674A-3059-B0DD-516C-6D3875E4773D}" dt="2026-10-20T19:09:49.573" v="788"/>
        <pc:sldMkLst>
          <pc:docMk/>
          <pc:sldMk cId="2202145778" sldId="277"/>
        </pc:sldMkLst>
      </pc:sldChg>
      <pc:sldChg chg="new del">
        <pc:chgData name="Guest User" userId="S::urn:spo:tenantanon#44e3cf94-19c9-4e32-96c3-14f5bf01391a::" providerId="AD" clId="Web-{2D0E674A-3059-B0DD-516C-6D3875E4773D}" dt="2026-10-20T19:01:52.307" v="769"/>
        <pc:sldMkLst>
          <pc:docMk/>
          <pc:sldMk cId="810098164" sldId="278"/>
        </pc:sldMkLst>
      </pc:sldChg>
      <pc:sldChg chg="modSp add del ord replId">
        <pc:chgData name="Guest User" userId="S::urn:spo:tenantanon#44e3cf94-19c9-4e32-96c3-14f5bf01391a::" providerId="AD" clId="Web-{2D0E674A-3059-B0DD-516C-6D3875E4773D}" dt="2026-10-20T18:58:53.816" v="764"/>
        <pc:sldMkLst>
          <pc:docMk/>
          <pc:sldMk cId="1043893078" sldId="278"/>
        </pc:sldMkLst>
        <pc:spChg chg="mod">
          <ac:chgData name="Guest User" userId="S::urn:spo:tenantanon#44e3cf94-19c9-4e32-96c3-14f5bf01391a::" providerId="AD" clId="Web-{2D0E674A-3059-B0DD-516C-6D3875E4773D}" dt="2026-10-20T18:57:35.173" v="760" actId="20577"/>
          <ac:spMkLst>
            <pc:docMk/>
            <pc:sldMk cId="1043893078" sldId="278"/>
            <ac:spMk id="11" creationId="{F8DD6A38-029C-2435-03D2-52C2E7C46A37}"/>
          </ac:spMkLst>
        </pc:spChg>
        <pc:spChg chg="mod">
          <ac:chgData name="Guest User" userId="S::urn:spo:tenantanon#44e3cf94-19c9-4e32-96c3-14f5bf01391a::" providerId="AD" clId="Web-{2D0E674A-3059-B0DD-516C-6D3875E4773D}" dt="2026-10-20T18:57:29.735" v="759" actId="20577"/>
          <ac:spMkLst>
            <pc:docMk/>
            <pc:sldMk cId="1043893078" sldId="278"/>
            <ac:spMk id="16" creationId="{33331BD7-D1DE-0F54-1AC5-AF61DC006A25}"/>
          </ac:spMkLst>
        </pc:spChg>
        <pc:spChg chg="mod">
          <ac:chgData name="Guest User" userId="S::urn:spo:tenantanon#44e3cf94-19c9-4e32-96c3-14f5bf01391a::" providerId="AD" clId="Web-{2D0E674A-3059-B0DD-516C-6D3875E4773D}" dt="2026-10-20T18:58:29.940" v="762" actId="20577"/>
          <ac:spMkLst>
            <pc:docMk/>
            <pc:sldMk cId="1043893078" sldId="278"/>
            <ac:spMk id="35" creationId="{B46BDD0A-B71F-6F0E-81CD-B11DE6CA7D74}"/>
          </ac:spMkLst>
        </pc:spChg>
        <pc:spChg chg="mod">
          <ac:chgData name="Guest User" userId="S::urn:spo:tenantanon#44e3cf94-19c9-4e32-96c3-14f5bf01391a::" providerId="AD" clId="Web-{2D0E674A-3059-B0DD-516C-6D3875E4773D}" dt="2026-10-20T18:58:38.863" v="763" actId="20577"/>
          <ac:spMkLst>
            <pc:docMk/>
            <pc:sldMk cId="1043893078" sldId="278"/>
            <ac:spMk id="38" creationId="{F8A6FC8C-857C-A92B-9CA8-4E28B4B46F25}"/>
          </ac:spMkLst>
        </pc:spChg>
      </pc:sldChg>
      <pc:sldChg chg="new del">
        <pc:chgData name="Guest User" userId="S::urn:spo:tenantanon#44e3cf94-19c9-4e32-96c3-14f5bf01391a::" providerId="AD" clId="Web-{2D0E674A-3059-B0DD-516C-6D3875E4773D}" dt="2026-10-20T19:01:49.291" v="768"/>
        <pc:sldMkLst>
          <pc:docMk/>
          <pc:sldMk cId="2904701012" sldId="279"/>
        </pc:sldMkLst>
      </pc:sldChg>
      <pc:sldChg chg="modSp">
        <pc:chgData name="Guest User" userId="S::urn:spo:tenantanon#44e3cf94-19c9-4e32-96c3-14f5bf01391a::" providerId="AD" clId="Web-{2D0E674A-3059-B0DD-516C-6D3875E4773D}" dt="2026-10-20T23:22:22.843" v="874" actId="1076"/>
        <pc:sldMkLst>
          <pc:docMk/>
          <pc:sldMk cId="0" sldId="284"/>
        </pc:sldMkLst>
        <pc:spChg chg="mod">
          <ac:chgData name="Guest User" userId="S::urn:spo:tenantanon#44e3cf94-19c9-4e32-96c3-14f5bf01391a::" providerId="AD" clId="Web-{2D0E674A-3059-B0DD-516C-6D3875E4773D}" dt="2026-10-20T23:22:03.155" v="868"/>
          <ac:spMkLst>
            <pc:docMk/>
            <pc:sldMk cId="0" sldId="284"/>
            <ac:spMk id="11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23:21:47.341" v="864"/>
          <ac:spMkLst>
            <pc:docMk/>
            <pc:sldMk cId="0" sldId="284"/>
            <ac:spMk id="12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23:22:03.155" v="869"/>
          <ac:spMkLst>
            <pc:docMk/>
            <pc:sldMk cId="0" sldId="284"/>
            <ac:spMk id="15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23:21:47.341" v="865"/>
          <ac:spMkLst>
            <pc:docMk/>
            <pc:sldMk cId="0" sldId="284"/>
            <ac:spMk id="16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23:22:13.389" v="872" actId="14100"/>
          <ac:spMkLst>
            <pc:docMk/>
            <pc:sldMk cId="0" sldId="284"/>
            <ac:spMk id="19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23:22:18.577" v="873" actId="1076"/>
          <ac:spMkLst>
            <pc:docMk/>
            <pc:sldMk cId="0" sldId="284"/>
            <ac:spMk id="20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23:22:03.217" v="871"/>
          <ac:spMkLst>
            <pc:docMk/>
            <pc:sldMk cId="0" sldId="284"/>
            <ac:spMk id="23" creationId="{00000000-0000-0000-0000-000000000000}"/>
          </ac:spMkLst>
        </pc:spChg>
        <pc:spChg chg="mod">
          <ac:chgData name="Guest User" userId="S::urn:spo:tenantanon#44e3cf94-19c9-4e32-96c3-14f5bf01391a::" providerId="AD" clId="Web-{2D0E674A-3059-B0DD-516C-6D3875E4773D}" dt="2026-10-20T23:22:22.843" v="874" actId="1076"/>
          <ac:spMkLst>
            <pc:docMk/>
            <pc:sldMk cId="0" sldId="284"/>
            <ac:spMk id="24" creationId="{00000000-0000-0000-0000-000000000000}"/>
          </ac:spMkLst>
        </pc:spChg>
      </pc:sldChg>
    </pc:docChg>
  </pc:docChgLst>
  <pc:docChgLst>
    <pc:chgData name="Guest User" userId="S::urn:spo:tenantanon#44e3cf94-19c9-4e32-96c3-14f5bf01391a::" providerId="AD" clId="Web-{46C12814-E43B-1487-1B31-92C9AD2E5012}"/>
    <pc:docChg chg="addSld delSld modSld">
      <pc:chgData name="Guest User" userId="S::urn:spo:tenantanon#44e3cf94-19c9-4e32-96c3-14f5bf01391a::" providerId="AD" clId="Web-{46C12814-E43B-1487-1B31-92C9AD2E5012}" dt="2026-10-20T19:15:30.127" v="325"/>
      <pc:docMkLst>
        <pc:docMk/>
      </pc:docMkLst>
      <pc:sldChg chg="addSp delSp modSp">
        <pc:chgData name="Guest User" userId="S::urn:spo:tenantanon#44e3cf94-19c9-4e32-96c3-14f5bf01391a::" providerId="AD" clId="Web-{46C12814-E43B-1487-1B31-92C9AD2E5012}" dt="2026-10-20T18:15:39.158" v="281" actId="1076"/>
        <pc:sldMkLst>
          <pc:docMk/>
          <pc:sldMk cId="0" sldId="263"/>
        </pc:sldMkLst>
        <pc:spChg chg="add del">
          <ac:chgData name="Guest User" userId="S::urn:spo:tenantanon#44e3cf94-19c9-4e32-96c3-14f5bf01391a::" providerId="AD" clId="Web-{46C12814-E43B-1487-1B31-92C9AD2E5012}" dt="2026-10-20T18:07:53.674" v="73"/>
          <ac:spMkLst>
            <pc:docMk/>
            <pc:sldMk cId="0" sldId="263"/>
            <ac:spMk id="4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72"/>
          <ac:spMkLst>
            <pc:docMk/>
            <pc:sldMk cId="0" sldId="263"/>
            <ac:spMk id="5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71"/>
          <ac:spMkLst>
            <pc:docMk/>
            <pc:sldMk cId="0" sldId="263"/>
            <ac:spMk id="6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70"/>
          <ac:spMkLst>
            <pc:docMk/>
            <pc:sldMk cId="0" sldId="263"/>
            <ac:spMk id="7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9"/>
          <ac:spMkLst>
            <pc:docMk/>
            <pc:sldMk cId="0" sldId="263"/>
            <ac:spMk id="8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8"/>
          <ac:spMkLst>
            <pc:docMk/>
            <pc:sldMk cId="0" sldId="263"/>
            <ac:spMk id="9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7"/>
          <ac:spMkLst>
            <pc:docMk/>
            <pc:sldMk cId="0" sldId="263"/>
            <ac:spMk id="10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6"/>
          <ac:spMkLst>
            <pc:docMk/>
            <pc:sldMk cId="0" sldId="263"/>
            <ac:spMk id="11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5"/>
          <ac:spMkLst>
            <pc:docMk/>
            <pc:sldMk cId="0" sldId="263"/>
            <ac:spMk id="12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4"/>
          <ac:spMkLst>
            <pc:docMk/>
            <pc:sldMk cId="0" sldId="263"/>
            <ac:spMk id="13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3"/>
          <ac:spMkLst>
            <pc:docMk/>
            <pc:sldMk cId="0" sldId="263"/>
            <ac:spMk id="14" creationId="{00000000-0000-0000-0000-000000000000}"/>
          </ac:spMkLst>
        </pc:spChg>
        <pc:spChg chg="add del mod">
          <ac:chgData name="Guest User" userId="S::urn:spo:tenantanon#44e3cf94-19c9-4e32-96c3-14f5bf01391a::" providerId="AD" clId="Web-{46C12814-E43B-1487-1B31-92C9AD2E5012}" dt="2026-10-20T18:14:49.455" v="272" actId="1076"/>
          <ac:spMkLst>
            <pc:docMk/>
            <pc:sldMk cId="0" sldId="263"/>
            <ac:spMk id="17" creationId="{00000000-0000-0000-0000-000000000000}"/>
          </ac:spMkLst>
        </pc:spChg>
        <pc:spChg chg="add del mod">
          <ac:chgData name="Guest User" userId="S::urn:spo:tenantanon#44e3cf94-19c9-4e32-96c3-14f5bf01391a::" providerId="AD" clId="Web-{46C12814-E43B-1487-1B31-92C9AD2E5012}" dt="2026-10-20T18:15:25.720" v="278" actId="1076"/>
          <ac:spMkLst>
            <pc:docMk/>
            <pc:sldMk cId="0" sldId="263"/>
            <ac:spMk id="18" creationId="{00000000-0000-0000-0000-000000000000}"/>
          </ac:spMkLst>
        </pc:spChg>
        <pc:spChg chg="add">
          <ac:chgData name="Guest User" userId="S::urn:spo:tenantanon#44e3cf94-19c9-4e32-96c3-14f5bf01391a::" providerId="AD" clId="Web-{46C12814-E43B-1487-1B31-92C9AD2E5012}" dt="2026-10-20T18:07:55.143" v="76"/>
          <ac:spMkLst>
            <pc:docMk/>
            <pc:sldMk cId="0" sldId="263"/>
            <ac:spMk id="19" creationId="{8355FAD0-D566-98CB-D79B-05DDB638DD3E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2"/>
          <ac:spMkLst>
            <pc:docMk/>
            <pc:sldMk cId="0" sldId="263"/>
            <ac:spMk id="20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1"/>
          <ac:spMkLst>
            <pc:docMk/>
            <pc:sldMk cId="0" sldId="263"/>
            <ac:spMk id="21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60"/>
          <ac:spMkLst>
            <pc:docMk/>
            <pc:sldMk cId="0" sldId="263"/>
            <ac:spMk id="22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59"/>
          <ac:spMkLst>
            <pc:docMk/>
            <pc:sldMk cId="0" sldId="263"/>
            <ac:spMk id="23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58"/>
          <ac:spMkLst>
            <pc:docMk/>
            <pc:sldMk cId="0" sldId="263"/>
            <ac:spMk id="24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57"/>
          <ac:spMkLst>
            <pc:docMk/>
            <pc:sldMk cId="0" sldId="263"/>
            <ac:spMk id="25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56"/>
          <ac:spMkLst>
            <pc:docMk/>
            <pc:sldMk cId="0" sldId="263"/>
            <ac:spMk id="26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55"/>
          <ac:spMkLst>
            <pc:docMk/>
            <pc:sldMk cId="0" sldId="263"/>
            <ac:spMk id="27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54"/>
          <ac:spMkLst>
            <pc:docMk/>
            <pc:sldMk cId="0" sldId="263"/>
            <ac:spMk id="28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53"/>
          <ac:spMkLst>
            <pc:docMk/>
            <pc:sldMk cId="0" sldId="263"/>
            <ac:spMk id="29" creationId="{00000000-0000-0000-0000-000000000000}"/>
          </ac:spMkLst>
        </pc:spChg>
        <pc:spChg chg="add del">
          <ac:chgData name="Guest User" userId="S::urn:spo:tenantanon#44e3cf94-19c9-4e32-96c3-14f5bf01391a::" providerId="AD" clId="Web-{46C12814-E43B-1487-1B31-92C9AD2E5012}" dt="2026-10-20T18:07:53.674" v="52"/>
          <ac:spMkLst>
            <pc:docMk/>
            <pc:sldMk cId="0" sldId="263"/>
            <ac:spMk id="30" creationId="{00000000-0000-0000-0000-000000000000}"/>
          </ac:spMkLst>
        </pc:spChg>
        <pc:spChg chg="add">
          <ac:chgData name="Guest User" userId="S::urn:spo:tenantanon#44e3cf94-19c9-4e32-96c3-14f5bf01391a::" providerId="AD" clId="Web-{46C12814-E43B-1487-1B31-92C9AD2E5012}" dt="2026-10-20T18:07:55.158" v="77"/>
          <ac:spMkLst>
            <pc:docMk/>
            <pc:sldMk cId="0" sldId="263"/>
            <ac:spMk id="32" creationId="{6AE2026A-52BE-73F0-2A4D-C40DB3816AD5}"/>
          </ac:spMkLst>
        </pc:spChg>
        <pc:spChg chg="add">
          <ac:chgData name="Guest User" userId="S::urn:spo:tenantanon#44e3cf94-19c9-4e32-96c3-14f5bf01391a::" providerId="AD" clId="Web-{46C12814-E43B-1487-1B31-92C9AD2E5012}" dt="2026-10-20T18:07:55.174" v="78"/>
          <ac:spMkLst>
            <pc:docMk/>
            <pc:sldMk cId="0" sldId="263"/>
            <ac:spMk id="36" creationId="{2CB62111-3899-911B-4E7D-C3F5049B5C5C}"/>
          </ac:spMkLst>
        </pc:spChg>
        <pc:spChg chg="add">
          <ac:chgData name="Guest User" userId="S::urn:spo:tenantanon#44e3cf94-19c9-4e32-96c3-14f5bf01391a::" providerId="AD" clId="Web-{46C12814-E43B-1487-1B31-92C9AD2E5012}" dt="2026-10-20T18:07:55.189" v="79"/>
          <ac:spMkLst>
            <pc:docMk/>
            <pc:sldMk cId="0" sldId="263"/>
            <ac:spMk id="40" creationId="{FEA87026-2D2F-22BB-F7C7-91B1572F2F69}"/>
          </ac:spMkLst>
        </pc:spChg>
        <pc:spChg chg="add">
          <ac:chgData name="Guest User" userId="S::urn:spo:tenantanon#44e3cf94-19c9-4e32-96c3-14f5bf01391a::" providerId="AD" clId="Web-{46C12814-E43B-1487-1B31-92C9AD2E5012}" dt="2026-10-20T18:07:55.205" v="80"/>
          <ac:spMkLst>
            <pc:docMk/>
            <pc:sldMk cId="0" sldId="263"/>
            <ac:spMk id="43" creationId="{CD4116D9-F956-5942-C99F-ED9320D232C5}"/>
          </ac:spMkLst>
        </pc:spChg>
        <pc:spChg chg="add">
          <ac:chgData name="Guest User" userId="S::urn:spo:tenantanon#44e3cf94-19c9-4e32-96c3-14f5bf01391a::" providerId="AD" clId="Web-{46C12814-E43B-1487-1B31-92C9AD2E5012}" dt="2026-10-20T18:07:55.205" v="81"/>
          <ac:spMkLst>
            <pc:docMk/>
            <pc:sldMk cId="0" sldId="263"/>
            <ac:spMk id="45" creationId="{A62D52A4-D4B0-4FB5-3F7C-331AE4868811}"/>
          </ac:spMkLst>
        </pc:spChg>
        <pc:spChg chg="add">
          <ac:chgData name="Guest User" userId="S::urn:spo:tenantanon#44e3cf94-19c9-4e32-96c3-14f5bf01391a::" providerId="AD" clId="Web-{46C12814-E43B-1487-1B31-92C9AD2E5012}" dt="2026-10-20T18:07:55.221" v="82"/>
          <ac:spMkLst>
            <pc:docMk/>
            <pc:sldMk cId="0" sldId="263"/>
            <ac:spMk id="47" creationId="{0AB53225-B3E1-CF68-482B-DFAE855CC850}"/>
          </ac:spMkLst>
        </pc:spChg>
        <pc:spChg chg="add">
          <ac:chgData name="Guest User" userId="S::urn:spo:tenantanon#44e3cf94-19c9-4e32-96c3-14f5bf01391a::" providerId="AD" clId="Web-{46C12814-E43B-1487-1B31-92C9AD2E5012}" dt="2026-10-20T18:07:55.221" v="83"/>
          <ac:spMkLst>
            <pc:docMk/>
            <pc:sldMk cId="0" sldId="263"/>
            <ac:spMk id="49" creationId="{8E09FF99-3312-34B5-ECAF-8DCC99D9DDAA}"/>
          </ac:spMkLst>
        </pc:spChg>
        <pc:spChg chg="add">
          <ac:chgData name="Guest User" userId="S::urn:spo:tenantanon#44e3cf94-19c9-4e32-96c3-14f5bf01391a::" providerId="AD" clId="Web-{46C12814-E43B-1487-1B31-92C9AD2E5012}" dt="2026-10-20T18:07:55.236" v="84"/>
          <ac:spMkLst>
            <pc:docMk/>
            <pc:sldMk cId="0" sldId="263"/>
            <ac:spMk id="51" creationId="{078FFCF4-C192-2516-6386-1D125A017CC9}"/>
          </ac:spMkLst>
        </pc:spChg>
        <pc:spChg chg="add">
          <ac:chgData name="Guest User" userId="S::urn:spo:tenantanon#44e3cf94-19c9-4e32-96c3-14f5bf01391a::" providerId="AD" clId="Web-{46C12814-E43B-1487-1B31-92C9AD2E5012}" dt="2026-10-20T18:07:55.236" v="85"/>
          <ac:spMkLst>
            <pc:docMk/>
            <pc:sldMk cId="0" sldId="263"/>
            <ac:spMk id="53" creationId="{4A3EC22D-47AC-DA3A-62C5-ECC52DC48CA8}"/>
          </ac:spMkLst>
        </pc:spChg>
        <pc:spChg chg="add">
          <ac:chgData name="Guest User" userId="S::urn:spo:tenantanon#44e3cf94-19c9-4e32-96c3-14f5bf01391a::" providerId="AD" clId="Web-{46C12814-E43B-1487-1B31-92C9AD2E5012}" dt="2026-10-20T18:07:55.252" v="86"/>
          <ac:spMkLst>
            <pc:docMk/>
            <pc:sldMk cId="0" sldId="263"/>
            <ac:spMk id="55" creationId="{C54176AD-428E-8DEF-D7E8-E73A212A78D5}"/>
          </ac:spMkLst>
        </pc:spChg>
        <pc:spChg chg="add del mod">
          <ac:chgData name="Guest User" userId="S::urn:spo:tenantanon#44e3cf94-19c9-4e32-96c3-14f5bf01391a::" providerId="AD" clId="Web-{46C12814-E43B-1487-1B31-92C9AD2E5012}" dt="2026-10-20T18:08:04.424" v="103"/>
          <ac:spMkLst>
            <pc:docMk/>
            <pc:sldMk cId="0" sldId="263"/>
            <ac:spMk id="57" creationId="{4058448E-A60F-6117-E13A-ECF637225D3D}"/>
          </ac:spMkLst>
        </pc:spChg>
        <pc:spChg chg="add">
          <ac:chgData name="Guest User" userId="S::urn:spo:tenantanon#44e3cf94-19c9-4e32-96c3-14f5bf01391a::" providerId="AD" clId="Web-{46C12814-E43B-1487-1B31-92C9AD2E5012}" dt="2026-10-20T18:07:55.268" v="88"/>
          <ac:spMkLst>
            <pc:docMk/>
            <pc:sldMk cId="0" sldId="263"/>
            <ac:spMk id="59" creationId="{482B897C-AD56-CB9F-17F7-F47166491154}"/>
          </ac:spMkLst>
        </pc:spChg>
        <pc:spChg chg="add">
          <ac:chgData name="Guest User" userId="S::urn:spo:tenantanon#44e3cf94-19c9-4e32-96c3-14f5bf01391a::" providerId="AD" clId="Web-{46C12814-E43B-1487-1B31-92C9AD2E5012}" dt="2026-10-20T18:07:55.268" v="89"/>
          <ac:spMkLst>
            <pc:docMk/>
            <pc:sldMk cId="0" sldId="263"/>
            <ac:spMk id="61" creationId="{38E3591F-9B49-9E7D-7E86-127B8785A94A}"/>
          </ac:spMkLst>
        </pc:spChg>
        <pc:spChg chg="add">
          <ac:chgData name="Guest User" userId="S::urn:spo:tenantanon#44e3cf94-19c9-4e32-96c3-14f5bf01391a::" providerId="AD" clId="Web-{46C12814-E43B-1487-1B31-92C9AD2E5012}" dt="2026-10-20T18:07:55.283" v="90"/>
          <ac:spMkLst>
            <pc:docMk/>
            <pc:sldMk cId="0" sldId="263"/>
            <ac:spMk id="63" creationId="{C1E4C215-79CC-7A93-FA43-8608BE6B5BA8}"/>
          </ac:spMkLst>
        </pc:spChg>
        <pc:spChg chg="add">
          <ac:chgData name="Guest User" userId="S::urn:spo:tenantanon#44e3cf94-19c9-4e32-96c3-14f5bf01391a::" providerId="AD" clId="Web-{46C12814-E43B-1487-1B31-92C9AD2E5012}" dt="2026-10-20T18:07:55.283" v="91"/>
          <ac:spMkLst>
            <pc:docMk/>
            <pc:sldMk cId="0" sldId="263"/>
            <ac:spMk id="65" creationId="{5B26AAB6-B29D-63A6-2F78-B2E5F21891BA}"/>
          </ac:spMkLst>
        </pc:spChg>
        <pc:spChg chg="add">
          <ac:chgData name="Guest User" userId="S::urn:spo:tenantanon#44e3cf94-19c9-4e32-96c3-14f5bf01391a::" providerId="AD" clId="Web-{46C12814-E43B-1487-1B31-92C9AD2E5012}" dt="2026-10-20T18:07:55.299" v="92"/>
          <ac:spMkLst>
            <pc:docMk/>
            <pc:sldMk cId="0" sldId="263"/>
            <ac:spMk id="67" creationId="{8B93631A-DF7F-ED1B-E9A2-E36E1C084A81}"/>
          </ac:spMkLst>
        </pc:spChg>
        <pc:spChg chg="add">
          <ac:chgData name="Guest User" userId="S::urn:spo:tenantanon#44e3cf94-19c9-4e32-96c3-14f5bf01391a::" providerId="AD" clId="Web-{46C12814-E43B-1487-1B31-92C9AD2E5012}" dt="2026-10-20T18:07:55.314" v="93"/>
          <ac:spMkLst>
            <pc:docMk/>
            <pc:sldMk cId="0" sldId="263"/>
            <ac:spMk id="69" creationId="{FB2F7AA6-46D6-6EB3-9154-3FDD40931637}"/>
          </ac:spMkLst>
        </pc:spChg>
        <pc:spChg chg="add">
          <ac:chgData name="Guest User" userId="S::urn:spo:tenantanon#44e3cf94-19c9-4e32-96c3-14f5bf01391a::" providerId="AD" clId="Web-{46C12814-E43B-1487-1B31-92C9AD2E5012}" dt="2026-10-20T18:07:55.314" v="94"/>
          <ac:spMkLst>
            <pc:docMk/>
            <pc:sldMk cId="0" sldId="263"/>
            <ac:spMk id="71" creationId="{92A60360-9FD5-3951-0D03-7CCE64F02BB5}"/>
          </ac:spMkLst>
        </pc:spChg>
        <pc:spChg chg="add">
          <ac:chgData name="Guest User" userId="S::urn:spo:tenantanon#44e3cf94-19c9-4e32-96c3-14f5bf01391a::" providerId="AD" clId="Web-{46C12814-E43B-1487-1B31-92C9AD2E5012}" dt="2026-10-20T18:07:55.330" v="95"/>
          <ac:spMkLst>
            <pc:docMk/>
            <pc:sldMk cId="0" sldId="263"/>
            <ac:spMk id="73" creationId="{5334D995-63AE-6B88-5E60-306D9A4AB7F2}"/>
          </ac:spMkLst>
        </pc:spChg>
        <pc:spChg chg="add">
          <ac:chgData name="Guest User" userId="S::urn:spo:tenantanon#44e3cf94-19c9-4e32-96c3-14f5bf01391a::" providerId="AD" clId="Web-{46C12814-E43B-1487-1B31-92C9AD2E5012}" dt="2026-10-20T18:07:55.346" v="96"/>
          <ac:spMkLst>
            <pc:docMk/>
            <pc:sldMk cId="0" sldId="263"/>
            <ac:spMk id="75" creationId="{62D55EF2-E076-2D29-7A08-DF61738402D6}"/>
          </ac:spMkLst>
        </pc:spChg>
        <pc:spChg chg="add">
          <ac:chgData name="Guest User" userId="S::urn:spo:tenantanon#44e3cf94-19c9-4e32-96c3-14f5bf01391a::" providerId="AD" clId="Web-{46C12814-E43B-1487-1B31-92C9AD2E5012}" dt="2026-10-20T18:07:55.361" v="97"/>
          <ac:spMkLst>
            <pc:docMk/>
            <pc:sldMk cId="0" sldId="263"/>
            <ac:spMk id="77" creationId="{28160F70-4759-E154-6092-20992E462B22}"/>
          </ac:spMkLst>
        </pc:spChg>
        <pc:spChg chg="add">
          <ac:chgData name="Guest User" userId="S::urn:spo:tenantanon#44e3cf94-19c9-4e32-96c3-14f5bf01391a::" providerId="AD" clId="Web-{46C12814-E43B-1487-1B31-92C9AD2E5012}" dt="2026-10-20T18:07:55.377" v="98"/>
          <ac:spMkLst>
            <pc:docMk/>
            <pc:sldMk cId="0" sldId="263"/>
            <ac:spMk id="79" creationId="{EA222EA4-A4FB-F8CE-842C-CDF53312A3BD}"/>
          </ac:spMkLst>
        </pc:spChg>
        <pc:spChg chg="add">
          <ac:chgData name="Guest User" userId="S::urn:spo:tenantanon#44e3cf94-19c9-4e32-96c3-14f5bf01391a::" providerId="AD" clId="Web-{46C12814-E43B-1487-1B31-92C9AD2E5012}" dt="2026-10-20T18:07:55.377" v="99"/>
          <ac:spMkLst>
            <pc:docMk/>
            <pc:sldMk cId="0" sldId="263"/>
            <ac:spMk id="81" creationId="{8E27567E-0018-9D3F-4FE5-74227F87196E}"/>
          </ac:spMkLst>
        </pc:spChg>
        <pc:spChg chg="add del">
          <ac:chgData name="Guest User" userId="S::urn:spo:tenantanon#44e3cf94-19c9-4e32-96c3-14f5bf01391a::" providerId="AD" clId="Web-{46C12814-E43B-1487-1B31-92C9AD2E5012}" dt="2026-10-20T18:11:41.627" v="114"/>
          <ac:spMkLst>
            <pc:docMk/>
            <pc:sldMk cId="0" sldId="263"/>
            <ac:spMk id="83" creationId="{05662775-C583-F059-C79D-8482F050BD70}"/>
          </ac:spMkLst>
        </pc:spChg>
        <pc:picChg chg="add del mod">
          <ac:chgData name="Guest User" userId="S::urn:spo:tenantanon#44e3cf94-19c9-4e32-96c3-14f5bf01391a::" providerId="AD" clId="Web-{46C12814-E43B-1487-1B31-92C9AD2E5012}" dt="2026-10-20T18:15:39.158" v="281" actId="1076"/>
          <ac:picMkLst>
            <pc:docMk/>
            <pc:sldMk cId="0" sldId="263"/>
            <ac:picMk id="3" creationId="{C1FA4D75-779D-07DC-7960-8BA776EBDA14}"/>
          </ac:picMkLst>
        </pc:picChg>
        <pc:picChg chg="add del mod modCrop">
          <ac:chgData name="Guest User" userId="S::urn:spo:tenantanon#44e3cf94-19c9-4e32-96c3-14f5bf01391a::" providerId="AD" clId="Web-{46C12814-E43B-1487-1B31-92C9AD2E5012}" dt="2026-10-20T18:13:05.424" v="125"/>
          <ac:picMkLst>
            <pc:docMk/>
            <pc:sldMk cId="0" sldId="263"/>
            <ac:picMk id="15" creationId="{D61822B9-9F06-104A-A8BB-C6346B654775}"/>
          </ac:picMkLst>
        </pc:picChg>
        <pc:picChg chg="add del">
          <ac:chgData name="Guest User" userId="S::urn:spo:tenantanon#44e3cf94-19c9-4e32-96c3-14f5bf01391a::" providerId="AD" clId="Web-{46C12814-E43B-1487-1B31-92C9AD2E5012}" dt="2026-10-20T18:07:53.674" v="74"/>
          <ac:picMkLst>
            <pc:docMk/>
            <pc:sldMk cId="0" sldId="263"/>
            <ac:picMk id="39" creationId="{C9E19F4C-5809-AECB-87F9-32E855A72CE3}"/>
          </ac:picMkLst>
        </pc:picChg>
        <pc:picChg chg="add mod modCrop">
          <ac:chgData name="Guest User" userId="S::urn:spo:tenantanon#44e3cf94-19c9-4e32-96c3-14f5bf01391a::" providerId="AD" clId="Web-{46C12814-E43B-1487-1B31-92C9AD2E5012}" dt="2026-10-20T18:15:33.174" v="279" actId="14100"/>
          <ac:picMkLst>
            <pc:docMk/>
            <pc:sldMk cId="0" sldId="263"/>
            <ac:picMk id="82" creationId="{9E6C448E-9EA0-93EE-BFB5-BB25463605A1}"/>
          </ac:picMkLst>
        </pc:picChg>
      </pc:sldChg>
      <pc:sldChg chg="del">
        <pc:chgData name="Guest User" userId="S::urn:spo:tenantanon#44e3cf94-19c9-4e32-96c3-14f5bf01391a::" providerId="AD" clId="Web-{46C12814-E43B-1487-1B31-92C9AD2E5012}" dt="2026-10-20T18:44:33.392" v="313"/>
        <pc:sldMkLst>
          <pc:docMk/>
          <pc:sldMk cId="0" sldId="264"/>
        </pc:sldMkLst>
      </pc:sldChg>
      <pc:sldChg chg="del">
        <pc:chgData name="Guest User" userId="S::urn:spo:tenantanon#44e3cf94-19c9-4e32-96c3-14f5bf01391a::" providerId="AD" clId="Web-{46C12814-E43B-1487-1B31-92C9AD2E5012}" dt="2026-10-20T18:41:38.517" v="309"/>
        <pc:sldMkLst>
          <pc:docMk/>
          <pc:sldMk cId="0" sldId="265"/>
        </pc:sldMkLst>
      </pc:sldChg>
      <pc:sldChg chg="del">
        <pc:chgData name="Guest User" userId="S::urn:spo:tenantanon#44e3cf94-19c9-4e32-96c3-14f5bf01391a::" providerId="AD" clId="Web-{46C12814-E43B-1487-1B31-92C9AD2E5012}" dt="2026-10-20T18:47:44.829" v="317"/>
        <pc:sldMkLst>
          <pc:docMk/>
          <pc:sldMk cId="788150420" sldId="266"/>
        </pc:sldMkLst>
      </pc:sldChg>
      <pc:sldChg chg="del">
        <pc:chgData name="Guest User" userId="S::urn:spo:tenantanon#44e3cf94-19c9-4e32-96c3-14f5bf01391a::" providerId="AD" clId="Web-{46C12814-E43B-1487-1B31-92C9AD2E5012}" dt="2026-10-20T18:41:42.501" v="310"/>
        <pc:sldMkLst>
          <pc:docMk/>
          <pc:sldMk cId="1013204896" sldId="267"/>
        </pc:sldMkLst>
      </pc:sldChg>
      <pc:sldChg chg="del">
        <pc:chgData name="Guest User" userId="S::urn:spo:tenantanon#44e3cf94-19c9-4e32-96c3-14f5bf01391a::" providerId="AD" clId="Web-{46C12814-E43B-1487-1B31-92C9AD2E5012}" dt="2026-10-20T18:41:46.688" v="311"/>
        <pc:sldMkLst>
          <pc:docMk/>
          <pc:sldMk cId="915879551" sldId="268"/>
        </pc:sldMkLst>
      </pc:sldChg>
      <pc:sldChg chg="del">
        <pc:chgData name="Guest User" userId="S::urn:spo:tenantanon#44e3cf94-19c9-4e32-96c3-14f5bf01391a::" providerId="AD" clId="Web-{46C12814-E43B-1487-1B31-92C9AD2E5012}" dt="2026-10-20T18:41:48.110" v="312"/>
        <pc:sldMkLst>
          <pc:docMk/>
          <pc:sldMk cId="1859476061" sldId="269"/>
        </pc:sldMkLst>
      </pc:sldChg>
      <pc:sldChg chg="addSp delSp modSp new del mod setBg">
        <pc:chgData name="Guest User" userId="S::urn:spo:tenantanon#44e3cf94-19c9-4e32-96c3-14f5bf01391a::" providerId="AD" clId="Web-{46C12814-E43B-1487-1B31-92C9AD2E5012}" dt="2026-10-20T19:15:30.127" v="325"/>
        <pc:sldMkLst>
          <pc:docMk/>
          <pc:sldMk cId="1662043650" sldId="272"/>
        </pc:sldMkLst>
        <pc:spChg chg="add del">
          <ac:chgData name="Guest User" userId="S::urn:spo:tenantanon#44e3cf94-19c9-4e32-96c3-14f5bf01391a::" providerId="AD" clId="Web-{46C12814-E43B-1487-1B31-92C9AD2E5012}" dt="2026-10-20T18:17:44.455" v="284"/>
          <ac:spMkLst>
            <pc:docMk/>
            <pc:sldMk cId="1662043650" sldId="272"/>
            <ac:spMk id="2" creationId="{6466527B-F118-F008-5581-93F4C83910F0}"/>
          </ac:spMkLst>
        </pc:spChg>
        <pc:spChg chg="add del">
          <ac:chgData name="Guest User" userId="S::urn:spo:tenantanon#44e3cf94-19c9-4e32-96c3-14f5bf01391a::" providerId="AD" clId="Web-{46C12814-E43B-1487-1B31-92C9AD2E5012}" dt="2026-10-20T18:17:46.002" v="286"/>
          <ac:spMkLst>
            <pc:docMk/>
            <pc:sldMk cId="1662043650" sldId="272"/>
            <ac:spMk id="3" creationId="{EB800175-BA96-F0ED-13BA-AD1F2AC123C3}"/>
          </ac:spMkLst>
        </pc:spChg>
        <pc:spChg chg="add">
          <ac:chgData name="Guest User" userId="S::urn:spo:tenantanon#44e3cf94-19c9-4e32-96c3-14f5bf01391a::" providerId="AD" clId="Web-{46C12814-E43B-1487-1B31-92C9AD2E5012}" dt="2026-10-20T18:18:14.736" v="290"/>
          <ac:spMkLst>
            <pc:docMk/>
            <pc:sldMk cId="1662043650" sldId="272"/>
            <ac:spMk id="6" creationId="{F3060C83-F051-4F0E-ABAD-AA0DFC48B218}"/>
          </ac:spMkLst>
        </pc:spChg>
        <pc:spChg chg="add">
          <ac:chgData name="Guest User" userId="S::urn:spo:tenantanon#44e3cf94-19c9-4e32-96c3-14f5bf01391a::" providerId="AD" clId="Web-{46C12814-E43B-1487-1B31-92C9AD2E5012}" dt="2026-10-20T18:18:14.736" v="290"/>
          <ac:spMkLst>
            <pc:docMk/>
            <pc:sldMk cId="1662043650" sldId="272"/>
            <ac:spMk id="7" creationId="{83C98ABE-055B-441F-B07E-44F97F083C39}"/>
          </ac:spMkLst>
        </pc:spChg>
        <pc:spChg chg="add del">
          <ac:chgData name="Guest User" userId="S::urn:spo:tenantanon#44e3cf94-19c9-4e32-96c3-14f5bf01391a::" providerId="AD" clId="Web-{46C12814-E43B-1487-1B31-92C9AD2E5012}" dt="2026-10-20T18:17:52.627" v="289"/>
          <ac:spMkLst>
            <pc:docMk/>
            <pc:sldMk cId="1662043650" sldId="272"/>
            <ac:spMk id="9" creationId="{32BC26D8-82FB-445E-AA49-62A77D7C1EE0}"/>
          </ac:spMkLst>
        </pc:spChg>
        <pc:spChg chg="add del">
          <ac:chgData name="Guest User" userId="S::urn:spo:tenantanon#44e3cf94-19c9-4e32-96c3-14f5bf01391a::" providerId="AD" clId="Web-{46C12814-E43B-1487-1B31-92C9AD2E5012}" dt="2026-10-20T18:17:52.627" v="289"/>
          <ac:spMkLst>
            <pc:docMk/>
            <pc:sldMk cId="1662043650" sldId="272"/>
            <ac:spMk id="11" creationId="{CB44330D-EA18-4254-AA95-EB49948539B8}"/>
          </ac:spMkLst>
        </pc:spChg>
        <pc:spChg chg="add">
          <ac:chgData name="Guest User" userId="S::urn:spo:tenantanon#44e3cf94-19c9-4e32-96c3-14f5bf01391a::" providerId="AD" clId="Web-{46C12814-E43B-1487-1B31-92C9AD2E5012}" dt="2026-10-20T18:18:14.736" v="290"/>
          <ac:spMkLst>
            <pc:docMk/>
            <pc:sldMk cId="1662043650" sldId="272"/>
            <ac:spMk id="13" creationId="{29FDB030-9B49-4CED-8CCD-4D99382388AC}"/>
          </ac:spMkLst>
        </pc:spChg>
        <pc:spChg chg="add">
          <ac:chgData name="Guest User" userId="S::urn:spo:tenantanon#44e3cf94-19c9-4e32-96c3-14f5bf01391a::" providerId="AD" clId="Web-{46C12814-E43B-1487-1B31-92C9AD2E5012}" dt="2026-10-20T18:18:14.736" v="290"/>
          <ac:spMkLst>
            <pc:docMk/>
            <pc:sldMk cId="1662043650" sldId="272"/>
            <ac:spMk id="15" creationId="{3783CA14-24A1-485C-8B30-D6A5D87987AD}"/>
          </ac:spMkLst>
        </pc:spChg>
        <pc:spChg chg="add">
          <ac:chgData name="Guest User" userId="S::urn:spo:tenantanon#44e3cf94-19c9-4e32-96c3-14f5bf01391a::" providerId="AD" clId="Web-{46C12814-E43B-1487-1B31-92C9AD2E5012}" dt="2026-10-20T18:18:14.736" v="290"/>
          <ac:spMkLst>
            <pc:docMk/>
            <pc:sldMk cId="1662043650" sldId="272"/>
            <ac:spMk id="17" creationId="{9A97C86A-04D6-40F7-AE84-31AB43E6A846}"/>
          </ac:spMkLst>
        </pc:spChg>
        <pc:spChg chg="add">
          <ac:chgData name="Guest User" userId="S::urn:spo:tenantanon#44e3cf94-19c9-4e32-96c3-14f5bf01391a::" providerId="AD" clId="Web-{46C12814-E43B-1487-1B31-92C9AD2E5012}" dt="2026-10-20T18:18:14.736" v="290"/>
          <ac:spMkLst>
            <pc:docMk/>
            <pc:sldMk cId="1662043650" sldId="272"/>
            <ac:spMk id="19" creationId="{FF9F2414-84E8-453E-B1F3-389FDE8192D9}"/>
          </ac:spMkLst>
        </pc:spChg>
        <pc:spChg chg="add">
          <ac:chgData name="Guest User" userId="S::urn:spo:tenantanon#44e3cf94-19c9-4e32-96c3-14f5bf01391a::" providerId="AD" clId="Web-{46C12814-E43B-1487-1B31-92C9AD2E5012}" dt="2026-10-20T18:18:14.736" v="290"/>
          <ac:spMkLst>
            <pc:docMk/>
            <pc:sldMk cId="1662043650" sldId="272"/>
            <ac:spMk id="21" creationId="{3ECA69A1-7536-43AC-85EF-C7106179F5ED}"/>
          </ac:spMkLst>
        </pc:spChg>
        <pc:picChg chg="add del mod">
          <ac:chgData name="Guest User" userId="S::urn:spo:tenantanon#44e3cf94-19c9-4e32-96c3-14f5bf01391a::" providerId="AD" clId="Web-{46C12814-E43B-1487-1B31-92C9AD2E5012}" dt="2026-10-20T18:22:51.908" v="301"/>
          <ac:picMkLst>
            <pc:docMk/>
            <pc:sldMk cId="1662043650" sldId="272"/>
            <ac:picMk id="4" creationId="{1247A435-0D3A-48CF-5BDE-7A7679DC4440}"/>
          </ac:picMkLst>
        </pc:picChg>
        <pc:picChg chg="add del mod">
          <ac:chgData name="Guest User" userId="S::urn:spo:tenantanon#44e3cf94-19c9-4e32-96c3-14f5bf01391a::" providerId="AD" clId="Web-{46C12814-E43B-1487-1B31-92C9AD2E5012}" dt="2026-10-20T18:22:50.345" v="300"/>
          <ac:picMkLst>
            <pc:docMk/>
            <pc:sldMk cId="1662043650" sldId="272"/>
            <ac:picMk id="5" creationId="{C9EFD002-D77F-23E3-DADF-7C5692D69F65}"/>
          </ac:picMkLst>
        </pc:picChg>
        <pc:picChg chg="add mod">
          <ac:chgData name="Guest User" userId="S::urn:spo:tenantanon#44e3cf94-19c9-4e32-96c3-14f5bf01391a::" providerId="AD" clId="Web-{46C12814-E43B-1487-1B31-92C9AD2E5012}" dt="2026-10-20T18:23:00.064" v="302"/>
          <ac:picMkLst>
            <pc:docMk/>
            <pc:sldMk cId="1662043650" sldId="272"/>
            <ac:picMk id="8" creationId="{9C66FE57-7737-6EEA-DE9D-1EF5AD1F2F61}"/>
          </ac:picMkLst>
        </pc:picChg>
      </pc:sldChg>
      <pc:sldChg chg="addSp delSp modSp new">
        <pc:chgData name="Guest User" userId="S::urn:spo:tenantanon#44e3cf94-19c9-4e32-96c3-14f5bf01391a::" providerId="AD" clId="Web-{46C12814-E43B-1487-1B31-92C9AD2E5012}" dt="2026-10-20T18:37:49.517" v="308" actId="1076"/>
        <pc:sldMkLst>
          <pc:docMk/>
          <pc:sldMk cId="270191648" sldId="274"/>
        </pc:sldMkLst>
        <pc:picChg chg="add del mod">
          <ac:chgData name="Guest User" userId="S::urn:spo:tenantanon#44e3cf94-19c9-4e32-96c3-14f5bf01391a::" providerId="AD" clId="Web-{46C12814-E43B-1487-1B31-92C9AD2E5012}" dt="2026-10-20T18:34:51.564" v="305"/>
          <ac:picMkLst>
            <pc:docMk/>
            <pc:sldMk cId="270191648" sldId="274"/>
            <ac:picMk id="3" creationId="{4AD2B216-EE1C-46BF-EECB-BC294CC7DF74}"/>
          </ac:picMkLst>
        </pc:picChg>
        <pc:picChg chg="add mod">
          <ac:chgData name="Guest User" userId="S::urn:spo:tenantanon#44e3cf94-19c9-4e32-96c3-14f5bf01391a::" providerId="AD" clId="Web-{46C12814-E43B-1487-1B31-92C9AD2E5012}" dt="2026-10-20T18:37:49.517" v="308" actId="1076"/>
          <ac:picMkLst>
            <pc:docMk/>
            <pc:sldMk cId="270191648" sldId="274"/>
            <ac:picMk id="4" creationId="{973D2D93-39E8-1250-83AE-68C094C3E177}"/>
          </ac:picMkLst>
        </pc:picChg>
      </pc:sldChg>
      <pc:sldChg chg="addSp modSp new">
        <pc:chgData name="Guest User" userId="S::urn:spo:tenantanon#44e3cf94-19c9-4e32-96c3-14f5bf01391a::" providerId="AD" clId="Web-{46C12814-E43B-1487-1B31-92C9AD2E5012}" dt="2026-10-20T18:46:23.016" v="315"/>
        <pc:sldMkLst>
          <pc:docMk/>
          <pc:sldMk cId="1939657159" sldId="275"/>
        </pc:sldMkLst>
        <pc:picChg chg="add mod">
          <ac:chgData name="Guest User" userId="S::urn:spo:tenantanon#44e3cf94-19c9-4e32-96c3-14f5bf01391a::" providerId="AD" clId="Web-{46C12814-E43B-1487-1B31-92C9AD2E5012}" dt="2026-10-20T18:46:23.016" v="315"/>
          <ac:picMkLst>
            <pc:docMk/>
            <pc:sldMk cId="1939657159" sldId="275"/>
            <ac:picMk id="3" creationId="{08B83ED7-B244-EE13-7735-178002703331}"/>
          </ac:picMkLst>
        </pc:picChg>
      </pc:sldChg>
      <pc:sldChg chg="addSp delSp modSp new">
        <pc:chgData name="Guest User" userId="S::urn:spo:tenantanon#44e3cf94-19c9-4e32-96c3-14f5bf01391a::" providerId="AD" clId="Web-{46C12814-E43B-1487-1B31-92C9AD2E5012}" dt="2026-10-20T18:51:23.594" v="322"/>
        <pc:sldMkLst>
          <pc:docMk/>
          <pc:sldMk cId="3471771085" sldId="276"/>
        </pc:sldMkLst>
        <pc:picChg chg="add del mod">
          <ac:chgData name="Guest User" userId="S::urn:spo:tenantanon#44e3cf94-19c9-4e32-96c3-14f5bf01391a::" providerId="AD" clId="Web-{46C12814-E43B-1487-1B31-92C9AD2E5012}" dt="2026-10-20T18:49:29.610" v="319"/>
          <ac:picMkLst>
            <pc:docMk/>
            <pc:sldMk cId="3471771085" sldId="276"/>
            <ac:picMk id="3" creationId="{3E6C557B-7E1B-F68D-F6C1-4F326C9327FC}"/>
          </ac:picMkLst>
        </pc:picChg>
        <pc:picChg chg="add del mod">
          <ac:chgData name="Guest User" userId="S::urn:spo:tenantanon#44e3cf94-19c9-4e32-96c3-14f5bf01391a::" providerId="AD" clId="Web-{46C12814-E43B-1487-1B31-92C9AD2E5012}" dt="2026-10-20T18:51:10.969" v="321"/>
          <ac:picMkLst>
            <pc:docMk/>
            <pc:sldMk cId="3471771085" sldId="276"/>
            <ac:picMk id="4" creationId="{8C05627A-DEB6-5E17-8088-DFCE0950CC4C}"/>
          </ac:picMkLst>
        </pc:picChg>
        <pc:picChg chg="add mod">
          <ac:chgData name="Guest User" userId="S::urn:spo:tenantanon#44e3cf94-19c9-4e32-96c3-14f5bf01391a::" providerId="AD" clId="Web-{46C12814-E43B-1487-1B31-92C9AD2E5012}" dt="2026-10-20T18:51:23.594" v="322"/>
          <ac:picMkLst>
            <pc:docMk/>
            <pc:sldMk cId="3471771085" sldId="276"/>
            <ac:picMk id="5" creationId="{97028C45-8BE2-5DE1-EBDB-FF25CAAA0527}"/>
          </ac:picMkLst>
        </pc:picChg>
      </pc:sldChg>
      <pc:sldChg chg="addSp modSp new">
        <pc:chgData name="Guest User" userId="S::urn:spo:tenantanon#44e3cf94-19c9-4e32-96c3-14f5bf01391a::" providerId="AD" clId="Web-{46C12814-E43B-1487-1B31-92C9AD2E5012}" dt="2026-10-20T19:06:29.518" v="324"/>
        <pc:sldMkLst>
          <pc:docMk/>
          <pc:sldMk cId="1838371999" sldId="279"/>
        </pc:sldMkLst>
        <pc:picChg chg="add mod">
          <ac:chgData name="Guest User" userId="S::urn:spo:tenantanon#44e3cf94-19c9-4e32-96c3-14f5bf01391a::" providerId="AD" clId="Web-{46C12814-E43B-1487-1B31-92C9AD2E5012}" dt="2026-10-20T19:06:29.518" v="324"/>
          <ac:picMkLst>
            <pc:docMk/>
            <pc:sldMk cId="1838371999" sldId="279"/>
            <ac:picMk id="3" creationId="{9EA9EA66-0100-ABE6-3EE3-FF62C2B2AD81}"/>
          </ac:picMkLst>
        </pc:picChg>
      </pc:sldChg>
    </pc:docChg>
  </pc:docChgLst>
  <pc:docChgLst>
    <pc:chgData name="SUBASINGHE M. H. R. I it22089786" userId="86b2c7ec-ac95-4ad1-9dfc-8980b8b35838" providerId="ADAL" clId="{23647E79-0729-4205-829F-7C5AE08844BE}"/>
    <pc:docChg chg="undo custSel addSld delSld modSld sldOrd">
      <pc:chgData name="SUBASINGHE M. H. R. I it22089786" userId="86b2c7ec-ac95-4ad1-9dfc-8980b8b35838" providerId="ADAL" clId="{23647E79-0729-4205-829F-7C5AE08844BE}" dt="2026-10-20T23:59:10.586" v="716" actId="20577"/>
      <pc:docMkLst>
        <pc:docMk/>
      </pc:docMkLst>
      <pc:sldChg chg="delSp modSp add mod ord setBg">
        <pc:chgData name="SUBASINGHE M. H. R. I it22089786" userId="86b2c7ec-ac95-4ad1-9dfc-8980b8b35838" providerId="ADAL" clId="{23647E79-0729-4205-829F-7C5AE08844BE}" dt="2026-10-20T18:41:51.115" v="560" actId="403"/>
        <pc:sldMkLst>
          <pc:docMk/>
          <pc:sldMk cId="0" sldId="256"/>
        </pc:sldMkLst>
        <pc:spChg chg="mod">
          <ac:chgData name="SUBASINGHE M. H. R. I it22089786" userId="86b2c7ec-ac95-4ad1-9dfc-8980b8b35838" providerId="ADAL" clId="{23647E79-0729-4205-829F-7C5AE08844BE}" dt="2026-10-20T18:40:04.086" v="53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2:51.374" v="493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0:53.299" v="539" actId="403"/>
          <ac:spMkLst>
            <pc:docMk/>
            <pc:sldMk cId="0" sldId="256"/>
            <ac:spMk id="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3:55.767" v="519" actId="107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33:50.186" v="518" actId="478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8:33:35.785" v="515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4:04.339" v="522" actId="1076"/>
          <ac:spMkLst>
            <pc:docMk/>
            <pc:sldMk cId="0" sldId="256"/>
            <ac:spMk id="16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33:59.596" v="521" actId="478"/>
          <ac:spMkLst>
            <pc:docMk/>
            <pc:sldMk cId="0" sldId="256"/>
            <ac:spMk id="17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8:33:58.733" v="520" actId="478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0:59.031" v="542" actId="2763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1:03.638" v="545" actId="2763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1:19.277" v="547" actId="403"/>
          <ac:spMkLst>
            <pc:docMk/>
            <pc:sldMk cId="0" sldId="256"/>
            <ac:spMk id="3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1:24.266" v="549" actId="403"/>
          <ac:spMkLst>
            <pc:docMk/>
            <pc:sldMk cId="0" sldId="256"/>
            <ac:spMk id="3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1:30.954" v="552" actId="403"/>
          <ac:spMkLst>
            <pc:docMk/>
            <pc:sldMk cId="0" sldId="256"/>
            <ac:spMk id="4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1:35.589" v="554" actId="403"/>
          <ac:spMkLst>
            <pc:docMk/>
            <pc:sldMk cId="0" sldId="256"/>
            <ac:spMk id="56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1:40.494" v="556" actId="403"/>
          <ac:spMkLst>
            <pc:docMk/>
            <pc:sldMk cId="0" sldId="256"/>
            <ac:spMk id="59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1:45.318" v="558" actId="403"/>
          <ac:spMkLst>
            <pc:docMk/>
            <pc:sldMk cId="0" sldId="256"/>
            <ac:spMk id="62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1:51.115" v="560" actId="403"/>
          <ac:spMkLst>
            <pc:docMk/>
            <pc:sldMk cId="0" sldId="256"/>
            <ac:spMk id="6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9:37.560" v="532" actId="1076"/>
          <ac:spMkLst>
            <pc:docMk/>
            <pc:sldMk cId="0" sldId="256"/>
            <ac:spMk id="66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3:41.930" v="516" actId="1076"/>
          <ac:spMkLst>
            <pc:docMk/>
            <pc:sldMk cId="0" sldId="256"/>
            <ac:spMk id="69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9:41.990" v="533" actId="1076"/>
          <ac:spMkLst>
            <pc:docMk/>
            <pc:sldMk cId="0" sldId="256"/>
            <ac:spMk id="70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39:31.734" v="530" actId="478"/>
          <ac:spMkLst>
            <pc:docMk/>
            <pc:sldMk cId="0" sldId="256"/>
            <ac:spMk id="7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3:46.718" v="517" actId="1076"/>
          <ac:spMkLst>
            <pc:docMk/>
            <pc:sldMk cId="0" sldId="256"/>
            <ac:spMk id="73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9:52.416" v="535" actId="1076"/>
          <ac:spMkLst>
            <pc:docMk/>
            <pc:sldMk cId="0" sldId="256"/>
            <ac:spMk id="74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39:45.893" v="534" actId="478"/>
          <ac:spMkLst>
            <pc:docMk/>
            <pc:sldMk cId="0" sldId="256"/>
            <ac:spMk id="75" creationId="{00000000-0000-0000-0000-000000000000}"/>
          </ac:spMkLst>
        </pc:spChg>
      </pc:sldChg>
      <pc:sldChg chg="del">
        <pc:chgData name="SUBASINGHE M. H. R. I it22089786" userId="86b2c7ec-ac95-4ad1-9dfc-8980b8b35838" providerId="ADAL" clId="{23647E79-0729-4205-829F-7C5AE08844BE}" dt="2026-10-20T17:09:21.682" v="19" actId="2696"/>
        <pc:sldMkLst>
          <pc:docMk/>
          <pc:sldMk cId="109857222" sldId="256"/>
        </pc:sldMkLst>
      </pc:sldChg>
      <pc:sldChg chg="addSp delSp modSp add mod">
        <pc:chgData name="SUBASINGHE M. H. R. I it22089786" userId="86b2c7ec-ac95-4ad1-9dfc-8980b8b35838" providerId="ADAL" clId="{23647E79-0729-4205-829F-7C5AE08844BE}" dt="2026-10-20T18:55:51.314" v="626" actId="1076"/>
        <pc:sldMkLst>
          <pc:docMk/>
          <pc:sldMk cId="0" sldId="257"/>
        </pc:sldMkLst>
        <pc:spChg chg="mod">
          <ac:chgData name="SUBASINGHE M. H. R. I it22089786" userId="86b2c7ec-ac95-4ad1-9dfc-8980b8b35838" providerId="ADAL" clId="{23647E79-0729-4205-829F-7C5AE08844BE}" dt="2026-10-20T17:31:53.268" v="251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55:41.880" v="625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3:04.947" v="79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55:51.314" v="626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2:30.625" v="256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43:11.798" v="299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43:45.624" v="309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09:53.336" v="66" actId="20577"/>
          <ac:spMkLst>
            <pc:docMk/>
            <pc:sldMk cId="0" sldId="257"/>
            <ac:spMk id="23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8:55:32.900" v="624" actId="478"/>
          <ac:spMkLst>
            <pc:docMk/>
            <pc:sldMk cId="0" sldId="257"/>
            <ac:spMk id="26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7:36:13.452" v="270" actId="478"/>
          <ac:spMkLst>
            <pc:docMk/>
            <pc:sldMk cId="0" sldId="257"/>
            <ac:spMk id="27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7:16:49.816" v="112" actId="478"/>
          <ac:spMkLst>
            <pc:docMk/>
            <pc:sldMk cId="0" sldId="257"/>
            <ac:spMk id="28" creationId="{00000000-0000-0000-0000-000000000000}"/>
          </ac:spMkLst>
        </pc:spChg>
        <pc:graphicFrameChg chg="add mod">
          <ac:chgData name="SUBASINGHE M. H. R. I it22089786" userId="86b2c7ec-ac95-4ad1-9dfc-8980b8b35838" providerId="ADAL" clId="{23647E79-0729-4205-829F-7C5AE08844BE}" dt="2026-10-20T17:14:09.883" v="81"/>
          <ac:graphicFrameMkLst>
            <pc:docMk/>
            <pc:sldMk cId="0" sldId="257"/>
            <ac:graphicFrameMk id="2" creationId="{873A2E05-67A9-03A9-10FA-0BF93D0C156A}"/>
          </ac:graphicFrameMkLst>
        </pc:graphicFrameChg>
        <pc:graphicFrameChg chg="add mod">
          <ac:chgData name="SUBASINGHE M. H. R. I it22089786" userId="86b2c7ec-ac95-4ad1-9dfc-8980b8b35838" providerId="ADAL" clId="{23647E79-0729-4205-829F-7C5AE08844BE}" dt="2026-10-20T17:14:49.960" v="90"/>
          <ac:graphicFrameMkLst>
            <pc:docMk/>
            <pc:sldMk cId="0" sldId="257"/>
            <ac:graphicFrameMk id="3" creationId="{7D5752A8-0316-B954-4C49-254CFD46790A}"/>
          </ac:graphicFrameMkLst>
        </pc:graphicFrameChg>
        <pc:graphicFrameChg chg="add mod">
          <ac:chgData name="SUBASINGHE M. H. R. I it22089786" userId="86b2c7ec-ac95-4ad1-9dfc-8980b8b35838" providerId="ADAL" clId="{23647E79-0729-4205-829F-7C5AE08844BE}" dt="2026-10-20T17:15:19.184" v="95"/>
          <ac:graphicFrameMkLst>
            <pc:docMk/>
            <pc:sldMk cId="0" sldId="257"/>
            <ac:graphicFrameMk id="9" creationId="{C6B07CEE-B5CF-A087-6016-D03AE03CFAA9}"/>
          </ac:graphicFrameMkLst>
        </pc:graphicFrameChg>
        <pc:graphicFrameChg chg="add mod">
          <ac:chgData name="SUBASINGHE M. H. R. I it22089786" userId="86b2c7ec-ac95-4ad1-9dfc-8980b8b35838" providerId="ADAL" clId="{23647E79-0729-4205-829F-7C5AE08844BE}" dt="2026-10-20T17:15:35.294" v="98"/>
          <ac:graphicFrameMkLst>
            <pc:docMk/>
            <pc:sldMk cId="0" sldId="257"/>
            <ac:graphicFrameMk id="10" creationId="{B298CF7C-2529-44F5-BE51-C19ADD0AD290}"/>
          </ac:graphicFrameMkLst>
        </pc:graphicFrameChg>
        <pc:picChg chg="add del mod">
          <ac:chgData name="SUBASINGHE M. H. R. I it22089786" userId="86b2c7ec-ac95-4ad1-9dfc-8980b8b35838" providerId="ADAL" clId="{23647E79-0729-4205-829F-7C5AE08844BE}" dt="2026-10-20T18:55:30.036" v="623" actId="478"/>
          <ac:picMkLst>
            <pc:docMk/>
            <pc:sldMk cId="0" sldId="257"/>
            <ac:picMk id="45" creationId="{E4E924B9-BB15-A723-628B-6A06AA30ED4A}"/>
          </ac:picMkLst>
        </pc:picChg>
        <pc:cxnChg chg="del">
          <ac:chgData name="SUBASINGHE M. H. R. I it22089786" userId="86b2c7ec-ac95-4ad1-9dfc-8980b8b35838" providerId="ADAL" clId="{23647E79-0729-4205-829F-7C5AE08844BE}" dt="2026-10-20T17:16:46.384" v="111" actId="478"/>
          <ac:cxnSpMkLst>
            <pc:docMk/>
            <pc:sldMk cId="0" sldId="257"/>
            <ac:cxnSpMk id="37" creationId="{E5CE203F-754A-8615-A7D2-AB70A0C9C6E2}"/>
          </ac:cxnSpMkLst>
        </pc:cxnChg>
      </pc:sldChg>
      <pc:sldChg chg="addSp delSp modSp add mod">
        <pc:chgData name="SUBASINGHE M. H. R. I it22089786" userId="86b2c7ec-ac95-4ad1-9dfc-8980b8b35838" providerId="ADAL" clId="{23647E79-0729-4205-829F-7C5AE08844BE}" dt="2026-10-20T18:47:50.245" v="621" actId="20577"/>
        <pc:sldMkLst>
          <pc:docMk/>
          <pc:sldMk cId="0" sldId="258"/>
        </pc:sldMkLst>
        <pc:spChg chg="add mod">
          <ac:chgData name="SUBASINGHE M. H. R. I it22089786" userId="86b2c7ec-ac95-4ad1-9dfc-8980b8b35838" providerId="ADAL" clId="{23647E79-0729-4205-829F-7C5AE08844BE}" dt="2026-10-20T18:38:39.732" v="529" actId="1076"/>
          <ac:spMkLst>
            <pc:docMk/>
            <pc:sldMk cId="0" sldId="258"/>
            <ac:spMk id="3" creationId="{99B4A48C-3A80-060B-5122-45035EC3499C}"/>
          </ac:spMkLst>
        </pc:spChg>
        <pc:spChg chg="add mod">
          <ac:chgData name="SUBASINGHE M. H. R. I it22089786" userId="86b2c7ec-ac95-4ad1-9dfc-8980b8b35838" providerId="ADAL" clId="{23647E79-0729-4205-829F-7C5AE08844BE}" dt="2026-10-20T18:45:29.709" v="578"/>
          <ac:spMkLst>
            <pc:docMk/>
            <pc:sldMk cId="0" sldId="258"/>
            <ac:spMk id="4" creationId="{E0FA8A91-5C1A-C3C6-5A4F-22C413D04DDE}"/>
          </ac:spMkLst>
        </pc:spChg>
        <pc:spChg chg="mod">
          <ac:chgData name="SUBASINGHE M. H. R. I it22089786" userId="86b2c7ec-ac95-4ad1-9dfc-8980b8b35838" providerId="ADAL" clId="{23647E79-0729-4205-829F-7C5AE08844BE}" dt="2026-10-20T18:46:00.484" v="582" actId="404"/>
          <ac:spMkLst>
            <pc:docMk/>
            <pc:sldMk cId="0" sldId="258"/>
            <ac:spMk id="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38:22.290" v="526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4:08.178" v="576" actId="1410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47:50.245" v="621" actId="20577"/>
          <ac:spMkLst>
            <pc:docMk/>
            <pc:sldMk cId="0" sldId="258"/>
            <ac:spMk id="24" creationId="{00000000-0000-0000-0000-000000000000}"/>
          </ac:spMkLst>
        </pc:spChg>
        <pc:spChg chg="add mod">
          <ac:chgData name="SUBASINGHE M. H. R. I it22089786" userId="86b2c7ec-ac95-4ad1-9dfc-8980b8b35838" providerId="ADAL" clId="{23647E79-0729-4205-829F-7C5AE08844BE}" dt="2026-10-20T18:45:45.449" v="579"/>
          <ac:spMkLst>
            <pc:docMk/>
            <pc:sldMk cId="0" sldId="258"/>
            <ac:spMk id="26" creationId="{8689D5AC-72F0-6C18-5993-1143CEC76C9A}"/>
          </ac:spMkLst>
        </pc:spChg>
        <pc:spChg chg="mod">
          <ac:chgData name="SUBASINGHE M. H. R. I it22089786" userId="86b2c7ec-ac95-4ad1-9dfc-8980b8b35838" providerId="ADAL" clId="{23647E79-0729-4205-829F-7C5AE08844BE}" dt="2026-10-20T17:16:11.895" v="106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7:36:09.897" v="269" actId="478"/>
          <ac:spMkLst>
            <pc:docMk/>
            <pc:sldMk cId="0" sldId="258"/>
            <ac:spMk id="2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7:28.744" v="124" actId="20577"/>
          <ac:spMkLst>
            <pc:docMk/>
            <pc:sldMk cId="0" sldId="258"/>
            <ac:spMk id="29" creationId="{A17A4116-07C8-A956-8BBF-A094D2F571C5}"/>
          </ac:spMkLst>
        </pc:spChg>
        <pc:spChg chg="add mod">
          <ac:chgData name="SUBASINGHE M. H. R. I it22089786" userId="86b2c7ec-ac95-4ad1-9dfc-8980b8b35838" providerId="ADAL" clId="{23647E79-0729-4205-829F-7C5AE08844BE}" dt="2026-10-20T18:44:50.050" v="577"/>
          <ac:spMkLst>
            <pc:docMk/>
            <pc:sldMk cId="0" sldId="258"/>
            <ac:spMk id="31" creationId="{2EDE75F5-02A1-4D42-27FB-68FEEA70DAC5}"/>
          </ac:spMkLst>
        </pc:spChg>
        <pc:picChg chg="add del mod">
          <ac:chgData name="SUBASINGHE M. H. R. I it22089786" userId="86b2c7ec-ac95-4ad1-9dfc-8980b8b35838" providerId="ADAL" clId="{23647E79-0729-4205-829F-7C5AE08844BE}" dt="2026-10-20T17:36:05.365" v="268" actId="478"/>
          <ac:picMkLst>
            <pc:docMk/>
            <pc:sldMk cId="0" sldId="258"/>
            <ac:picMk id="32" creationId="{16BEDCCE-B148-5223-A1B8-6E72AD8BB816}"/>
          </ac:picMkLst>
        </pc:picChg>
      </pc:sldChg>
      <pc:sldChg chg="delSp modSp add mod">
        <pc:chgData name="SUBASINGHE M. H. R. I it22089786" userId="86b2c7ec-ac95-4ad1-9dfc-8980b8b35838" providerId="ADAL" clId="{23647E79-0729-4205-829F-7C5AE08844BE}" dt="2026-10-20T17:40:01.529" v="289" actId="1076"/>
        <pc:sldMkLst>
          <pc:docMk/>
          <pc:sldMk cId="0" sldId="259"/>
        </pc:sldMkLst>
        <pc:spChg chg="mod">
          <ac:chgData name="SUBASINGHE M. H. R. I it22089786" userId="86b2c7ec-ac95-4ad1-9dfc-8980b8b35838" providerId="ADAL" clId="{23647E79-0729-4205-829F-7C5AE08844BE}" dt="2026-10-20T17:38:56.334" v="278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8:51.625" v="277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9:21.594" v="283" actId="1076"/>
          <ac:spMkLst>
            <pc:docMk/>
            <pc:sldMk cId="0" sldId="259"/>
            <ac:spMk id="34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9:32.937" v="285" actId="107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40:01.529" v="289" actId="1076"/>
          <ac:spMkLst>
            <pc:docMk/>
            <pc:sldMk cId="0" sldId="259"/>
            <ac:spMk id="39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9:16.306" v="282" actId="107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9:25.342" v="284" actId="107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9:56.066" v="288" actId="107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8:59.747" v="279" actId="1076"/>
          <ac:spMkLst>
            <pc:docMk/>
            <pc:sldMk cId="0" sldId="259"/>
            <ac:spMk id="44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9:05.255" v="280" actId="1076"/>
          <ac:spMkLst>
            <pc:docMk/>
            <pc:sldMk cId="0" sldId="259"/>
            <ac:spMk id="4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9:40.168" v="286" actId="1076"/>
          <ac:spMkLst>
            <pc:docMk/>
            <pc:sldMk cId="0" sldId="259"/>
            <ac:spMk id="4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39:45.594" v="287" actId="1076"/>
          <ac:spMkLst>
            <pc:docMk/>
            <pc:sldMk cId="0" sldId="259"/>
            <ac:spMk id="4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6:22.487" v="108"/>
          <ac:spMkLst>
            <pc:docMk/>
            <pc:sldMk cId="0" sldId="259"/>
            <ac:spMk id="50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35:54.712" v="266" actId="478"/>
          <ac:spMkLst>
            <pc:docMk/>
            <pc:sldMk cId="0" sldId="259"/>
            <ac:spMk id="5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7:43.646" v="126" actId="14100"/>
          <ac:spMkLst>
            <pc:docMk/>
            <pc:sldMk cId="0" sldId="259"/>
            <ac:spMk id="52" creationId="{AD216929-8705-AD5F-2A32-D1B5113FE6CE}"/>
          </ac:spMkLst>
        </pc:spChg>
        <pc:graphicFrameChg chg="mod modGraphic">
          <ac:chgData name="SUBASINGHE M. H. R. I it22089786" userId="86b2c7ec-ac95-4ad1-9dfc-8980b8b35838" providerId="ADAL" clId="{23647E79-0729-4205-829F-7C5AE08844BE}" dt="2026-10-20T17:38:43.994" v="276" actId="14100"/>
          <ac:graphicFrameMkLst>
            <pc:docMk/>
            <pc:sldMk cId="0" sldId="259"/>
            <ac:graphicFrameMk id="20" creationId="{00000000-0000-0000-0000-000000000000}"/>
          </ac:graphicFrameMkLst>
        </pc:graphicFrameChg>
      </pc:sldChg>
      <pc:sldChg chg="addSp delSp modSp add mod">
        <pc:chgData name="SUBASINGHE M. H. R. I it22089786" userId="86b2c7ec-ac95-4ad1-9dfc-8980b8b35838" providerId="ADAL" clId="{23647E79-0729-4205-829F-7C5AE08844BE}" dt="2026-10-20T17:54:39.296" v="378" actId="14100"/>
        <pc:sldMkLst>
          <pc:docMk/>
          <pc:sldMk cId="0" sldId="260"/>
        </pc:sldMkLst>
        <pc:spChg chg="del">
          <ac:chgData name="SUBASINGHE M. H. R. I it22089786" userId="86b2c7ec-ac95-4ad1-9dfc-8980b8b35838" providerId="ADAL" clId="{23647E79-0729-4205-829F-7C5AE08844BE}" dt="2026-10-20T17:22:40.042" v="171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43:53.105" v="314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44:15.823" v="316" actId="14100"/>
          <ac:spMkLst>
            <pc:docMk/>
            <pc:sldMk cId="0" sldId="260"/>
            <ac:spMk id="18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22:38.247" v="170" actId="478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47:55.735" v="323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48:12.343" v="327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51:28.847" v="351" actId="1410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54:23.153" v="374" actId="14100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7:52:24.327" v="359" actId="47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54:18.395" v="373" actId="14100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53:07.185" v="36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54:39.296" v="378" actId="14100"/>
          <ac:spMkLst>
            <pc:docMk/>
            <pc:sldMk cId="0" sldId="260"/>
            <ac:spMk id="27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36:17.993" v="271" actId="478"/>
          <ac:spMkLst>
            <pc:docMk/>
            <pc:sldMk cId="0" sldId="260"/>
            <ac:spMk id="34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7:52.070" v="128" actId="14100"/>
          <ac:spMkLst>
            <pc:docMk/>
            <pc:sldMk cId="0" sldId="260"/>
            <ac:spMk id="35" creationId="{29500B60-B6D1-7431-AAD3-32457D82C88F}"/>
          </ac:spMkLst>
        </pc:spChg>
        <pc:spChg chg="mod">
          <ac:chgData name="SUBASINGHE M. H. R. I it22089786" userId="86b2c7ec-ac95-4ad1-9dfc-8980b8b35838" providerId="ADAL" clId="{23647E79-0729-4205-829F-7C5AE08844BE}" dt="2026-10-20T17:22:32.451" v="169" actId="207"/>
          <ac:spMkLst>
            <pc:docMk/>
            <pc:sldMk cId="0" sldId="260"/>
            <ac:spMk id="38" creationId="{73447603-3C12-9CFB-960D-7F7DC0C23FEC}"/>
          </ac:spMkLst>
        </pc:spChg>
        <pc:spChg chg="add del">
          <ac:chgData name="SUBASINGHE M. H. R. I it22089786" userId="86b2c7ec-ac95-4ad1-9dfc-8980b8b35838" providerId="ADAL" clId="{23647E79-0729-4205-829F-7C5AE08844BE}" dt="2026-10-20T17:48:31.247" v="329" actId="22"/>
          <ac:spMkLst>
            <pc:docMk/>
            <pc:sldMk cId="0" sldId="260"/>
            <ac:spMk id="41" creationId="{5313C19E-BDC2-83AE-3891-CF13D5E6B844}"/>
          </ac:spMkLst>
        </pc:spChg>
        <pc:spChg chg="add mod">
          <ac:chgData name="SUBASINGHE M. H. R. I it22089786" userId="86b2c7ec-ac95-4ad1-9dfc-8980b8b35838" providerId="ADAL" clId="{23647E79-0729-4205-829F-7C5AE08844BE}" dt="2026-10-20T17:52:50.377" v="363" actId="108"/>
          <ac:spMkLst>
            <pc:docMk/>
            <pc:sldMk cId="0" sldId="260"/>
            <ac:spMk id="44" creationId="{17DF5191-8F94-ABD4-6B05-F0A6055D4048}"/>
          </ac:spMkLst>
        </pc:spChg>
        <pc:picChg chg="add del mod">
          <ac:chgData name="SUBASINGHE M. H. R. I it22089786" userId="86b2c7ec-ac95-4ad1-9dfc-8980b8b35838" providerId="ADAL" clId="{23647E79-0729-4205-829F-7C5AE08844BE}" dt="2026-10-20T17:23:39.776" v="183" actId="22"/>
          <ac:picMkLst>
            <pc:docMk/>
            <pc:sldMk cId="0" sldId="260"/>
            <ac:picMk id="3" creationId="{89CB70DE-5C10-CC84-394C-5B12802A6051}"/>
          </ac:picMkLst>
        </pc:picChg>
        <pc:picChg chg="add del mod">
          <ac:chgData name="SUBASINGHE M. H. R. I it22089786" userId="86b2c7ec-ac95-4ad1-9dfc-8980b8b35838" providerId="ADAL" clId="{23647E79-0729-4205-829F-7C5AE08844BE}" dt="2026-10-20T17:23:39.084" v="182" actId="22"/>
          <ac:picMkLst>
            <pc:docMk/>
            <pc:sldMk cId="0" sldId="260"/>
            <ac:picMk id="32" creationId="{C003CD77-6D3E-07FD-45AA-5A90ADDF8687}"/>
          </ac:picMkLst>
        </pc:picChg>
        <pc:picChg chg="add mod">
          <ac:chgData name="SUBASINGHE M. H. R. I it22089786" userId="86b2c7ec-ac95-4ad1-9dfc-8980b8b35838" providerId="ADAL" clId="{23647E79-0729-4205-829F-7C5AE08844BE}" dt="2026-10-20T17:23:48.395" v="186" actId="1076"/>
          <ac:picMkLst>
            <pc:docMk/>
            <pc:sldMk cId="0" sldId="260"/>
            <ac:picMk id="37" creationId="{B26A801B-B8B5-3A07-40B1-C57778B55F22}"/>
          </ac:picMkLst>
        </pc:picChg>
      </pc:sldChg>
      <pc:sldChg chg="addSp delSp modSp add mod">
        <pc:chgData name="SUBASINGHE M. H. R. I it22089786" userId="86b2c7ec-ac95-4ad1-9dfc-8980b8b35838" providerId="ADAL" clId="{23647E79-0729-4205-829F-7C5AE08844BE}" dt="2026-10-20T23:53:56.252" v="715" actId="20577"/>
        <pc:sldMkLst>
          <pc:docMk/>
          <pc:sldMk cId="0" sldId="261"/>
        </pc:sldMkLst>
        <pc:spChg chg="del">
          <ac:chgData name="SUBASINGHE M. H. R. I it22089786" userId="86b2c7ec-ac95-4ad1-9dfc-8980b8b35838" providerId="ADAL" clId="{23647E79-0729-4205-829F-7C5AE08844BE}" dt="2026-10-20T18:09:22.329" v="381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28.810" v="383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34.727" v="386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36.029" v="387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41.852" v="389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50.916" v="393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57.691" v="396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59.230" v="397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10:07.394" v="399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10:11.795" v="401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10:25.776" v="406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25:43.202" v="197" actId="478"/>
          <ac:spMkLst>
            <pc:docMk/>
            <pc:sldMk cId="0" sldId="261"/>
            <ac:spMk id="16" creationId="{00000000-0000-0000-0000-000000000000}"/>
          </ac:spMkLst>
        </pc:spChg>
        <pc:spChg chg="add mod">
          <ac:chgData name="SUBASINGHE M. H. R. I it22089786" userId="86b2c7ec-ac95-4ad1-9dfc-8980b8b35838" providerId="ADAL" clId="{23647E79-0729-4205-829F-7C5AE08844BE}" dt="2026-10-20T18:19:00.645" v="462" actId="1076"/>
          <ac:spMkLst>
            <pc:docMk/>
            <pc:sldMk cId="0" sldId="261"/>
            <ac:spMk id="17" creationId="{E93EC1BB-FEAD-4972-E258-0ADE5F12FFC0}"/>
          </ac:spMkLst>
        </pc:spChg>
        <pc:spChg chg="mod">
          <ac:chgData name="SUBASINGHE M. H. R. I it22089786" userId="86b2c7ec-ac95-4ad1-9dfc-8980b8b35838" providerId="ADAL" clId="{23647E79-0729-4205-829F-7C5AE08844BE}" dt="2026-10-20T18:19:30.526" v="468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19:35.094" v="469" actId="1076"/>
          <ac:spMkLst>
            <pc:docMk/>
            <pc:sldMk cId="0" sldId="261"/>
            <ac:spMk id="19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25:47.300" v="199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25.972" v="382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31.337" v="384" actId="478"/>
          <ac:spMkLst>
            <pc:docMk/>
            <pc:sldMk cId="0" sldId="261"/>
            <ac:spMk id="22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8:09:48.150" v="392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56.263" v="395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10:09.490" v="400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10:14.806" v="402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10:21.809" v="404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53.947" v="394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39.904" v="388" actId="478"/>
          <ac:spMkLst>
            <pc:docMk/>
            <pc:sldMk cId="0" sldId="261"/>
            <ac:spMk id="29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18.713" v="380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09:33.500" v="385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10:18.457" v="403" actId="478"/>
          <ac:spMkLst>
            <pc:docMk/>
            <pc:sldMk cId="0" sldId="261"/>
            <ac:spMk id="32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8:10:23.777" v="405" actId="478"/>
          <ac:spMkLst>
            <pc:docMk/>
            <pc:sldMk cId="0" sldId="261"/>
            <ac:spMk id="33" creationId="{00000000-0000-0000-0000-000000000000}"/>
          </ac:spMkLst>
        </pc:spChg>
        <pc:spChg chg="add mod">
          <ac:chgData name="SUBASINGHE M. H. R. I it22089786" userId="86b2c7ec-ac95-4ad1-9dfc-8980b8b35838" providerId="ADAL" clId="{23647E79-0729-4205-829F-7C5AE08844BE}" dt="2026-10-20T18:19:00.645" v="462" actId="1076"/>
          <ac:spMkLst>
            <pc:docMk/>
            <pc:sldMk cId="0" sldId="261"/>
            <ac:spMk id="35" creationId="{ED3BC8D9-0147-6F04-45FA-B674EA4B86A9}"/>
          </ac:spMkLst>
        </pc:spChg>
        <pc:spChg chg="del">
          <ac:chgData name="SUBASINGHE M. H. R. I it22089786" userId="86b2c7ec-ac95-4ad1-9dfc-8980b8b35838" providerId="ADAL" clId="{23647E79-0729-4205-829F-7C5AE08844BE}" dt="2026-10-20T17:36:23.358" v="272" actId="478"/>
          <ac:spMkLst>
            <pc:docMk/>
            <pc:sldMk cId="0" sldId="261"/>
            <ac:spMk id="36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8:50.010" v="136" actId="14100"/>
          <ac:spMkLst>
            <pc:docMk/>
            <pc:sldMk cId="0" sldId="261"/>
            <ac:spMk id="37" creationId="{8CAD2427-940D-D0C2-CDC0-70179F4BB9C9}"/>
          </ac:spMkLst>
        </pc:spChg>
        <pc:spChg chg="mod">
          <ac:chgData name="SUBASINGHE M. H. R. I it22089786" userId="86b2c7ec-ac95-4ad1-9dfc-8980b8b35838" providerId="ADAL" clId="{23647E79-0729-4205-829F-7C5AE08844BE}" dt="2026-10-20T17:24:38.972" v="195" actId="207"/>
          <ac:spMkLst>
            <pc:docMk/>
            <pc:sldMk cId="0" sldId="261"/>
            <ac:spMk id="40" creationId="{3C5D58CF-F1E4-C9BF-CE50-618F3E63237A}"/>
          </ac:spMkLst>
        </pc:spChg>
        <pc:spChg chg="add mod">
          <ac:chgData name="SUBASINGHE M. H. R. I it22089786" userId="86b2c7ec-ac95-4ad1-9dfc-8980b8b35838" providerId="ADAL" clId="{23647E79-0729-4205-829F-7C5AE08844BE}" dt="2026-10-20T18:19:00.645" v="462" actId="1076"/>
          <ac:spMkLst>
            <pc:docMk/>
            <pc:sldMk cId="0" sldId="261"/>
            <ac:spMk id="41" creationId="{5C07D1A4-55E6-AFB1-FD5B-48E07CE31824}"/>
          </ac:spMkLst>
        </pc:spChg>
        <pc:spChg chg="add mod">
          <ac:chgData name="SUBASINGHE M. H. R. I it22089786" userId="86b2c7ec-ac95-4ad1-9dfc-8980b8b35838" providerId="ADAL" clId="{23647E79-0729-4205-829F-7C5AE08844BE}" dt="2026-10-20T18:19:00.645" v="462" actId="1076"/>
          <ac:spMkLst>
            <pc:docMk/>
            <pc:sldMk cId="0" sldId="261"/>
            <ac:spMk id="47" creationId="{32C32CD4-1FC9-56E1-C2F0-65E460CB6480}"/>
          </ac:spMkLst>
        </pc:spChg>
        <pc:spChg chg="add mod">
          <ac:chgData name="SUBASINGHE M. H. R. I it22089786" userId="86b2c7ec-ac95-4ad1-9dfc-8980b8b35838" providerId="ADAL" clId="{23647E79-0729-4205-829F-7C5AE08844BE}" dt="2026-10-20T23:53:56.252" v="715" actId="20577"/>
          <ac:spMkLst>
            <pc:docMk/>
            <pc:sldMk cId="0" sldId="261"/>
            <ac:spMk id="49" creationId="{A021215C-266D-4E08-5F04-EFD5DAB7F146}"/>
          </ac:spMkLst>
        </pc:spChg>
        <pc:spChg chg="mod">
          <ac:chgData name="SUBASINGHE M. H. R. I it22089786" userId="86b2c7ec-ac95-4ad1-9dfc-8980b8b35838" providerId="ADAL" clId="{23647E79-0729-4205-829F-7C5AE08844BE}" dt="2026-10-20T18:19:25.233" v="467" actId="1076"/>
          <ac:spMkLst>
            <pc:docMk/>
            <pc:sldMk cId="0" sldId="261"/>
            <ac:spMk id="51" creationId="{67FA3316-722A-3FE1-1764-4BA65B77AFB8}"/>
          </ac:spMkLst>
        </pc:spChg>
        <pc:spChg chg="add mod">
          <ac:chgData name="SUBASINGHE M. H. R. I it22089786" userId="86b2c7ec-ac95-4ad1-9dfc-8980b8b35838" providerId="ADAL" clId="{23647E79-0729-4205-829F-7C5AE08844BE}" dt="2026-10-20T18:19:00.645" v="462" actId="1076"/>
          <ac:spMkLst>
            <pc:docMk/>
            <pc:sldMk cId="0" sldId="261"/>
            <ac:spMk id="53" creationId="{6B3C7718-A6CC-3EF8-4AA6-A4926E0CD41C}"/>
          </ac:spMkLst>
        </pc:spChg>
        <pc:spChg chg="add mod">
          <ac:chgData name="SUBASINGHE M. H. R. I it22089786" userId="86b2c7ec-ac95-4ad1-9dfc-8980b8b35838" providerId="ADAL" clId="{23647E79-0729-4205-829F-7C5AE08844BE}" dt="2026-10-20T18:19:00.645" v="462" actId="1076"/>
          <ac:spMkLst>
            <pc:docMk/>
            <pc:sldMk cId="0" sldId="261"/>
            <ac:spMk id="55" creationId="{330ED64C-4851-EA12-E5ED-6234D616CB78}"/>
          </ac:spMkLst>
        </pc:spChg>
        <pc:spChg chg="add mod">
          <ac:chgData name="SUBASINGHE M. H. R. I it22089786" userId="86b2c7ec-ac95-4ad1-9dfc-8980b8b35838" providerId="ADAL" clId="{23647E79-0729-4205-829F-7C5AE08844BE}" dt="2026-10-20T18:19:00.645" v="462" actId="1076"/>
          <ac:spMkLst>
            <pc:docMk/>
            <pc:sldMk cId="0" sldId="261"/>
            <ac:spMk id="57" creationId="{B69764CC-195F-82C8-D83D-7D38F2689404}"/>
          </ac:spMkLst>
        </pc:spChg>
        <pc:spChg chg="add mod">
          <ac:chgData name="SUBASINGHE M. H. R. I it22089786" userId="86b2c7ec-ac95-4ad1-9dfc-8980b8b35838" providerId="ADAL" clId="{23647E79-0729-4205-829F-7C5AE08844BE}" dt="2026-10-20T18:19:00.645" v="462" actId="1076"/>
          <ac:spMkLst>
            <pc:docMk/>
            <pc:sldMk cId="0" sldId="261"/>
            <ac:spMk id="59" creationId="{B7973BA2-946F-8452-CD5A-225314F16AD8}"/>
          </ac:spMkLst>
        </pc:spChg>
        <pc:spChg chg="add mod">
          <ac:chgData name="SUBASINGHE M. H. R. I it22089786" userId="86b2c7ec-ac95-4ad1-9dfc-8980b8b35838" providerId="ADAL" clId="{23647E79-0729-4205-829F-7C5AE08844BE}" dt="2026-10-20T18:20:17.372" v="475" actId="108"/>
          <ac:spMkLst>
            <pc:docMk/>
            <pc:sldMk cId="0" sldId="261"/>
            <ac:spMk id="61" creationId="{C6804BEB-DDB4-05D3-6163-F3E3F968EB18}"/>
          </ac:spMkLst>
        </pc:spChg>
        <pc:picChg chg="add mod">
          <ac:chgData name="SUBASINGHE M. H. R. I it22089786" userId="86b2c7ec-ac95-4ad1-9dfc-8980b8b35838" providerId="ADAL" clId="{23647E79-0729-4205-829F-7C5AE08844BE}" dt="2026-10-20T17:25:50.230" v="200" actId="1076"/>
          <ac:picMkLst>
            <pc:docMk/>
            <pc:sldMk cId="0" sldId="261"/>
            <ac:picMk id="3" creationId="{B8C73E25-E1FA-B142-469C-5542F5880D8A}"/>
          </ac:picMkLst>
        </pc:picChg>
        <pc:picChg chg="del">
          <ac:chgData name="SUBASINGHE M. H. R. I it22089786" userId="86b2c7ec-ac95-4ad1-9dfc-8980b8b35838" providerId="ADAL" clId="{23647E79-0729-4205-829F-7C5AE08844BE}" dt="2026-10-20T18:09:45.686" v="391" actId="478"/>
          <ac:picMkLst>
            <pc:docMk/>
            <pc:sldMk cId="0" sldId="261"/>
            <ac:picMk id="42" creationId="{D5E3D846-044C-DC8B-AF1D-E86E2246ADE6}"/>
          </ac:picMkLst>
        </pc:picChg>
        <pc:picChg chg="add mod modCrop">
          <ac:chgData name="SUBASINGHE M. H. R. I it22089786" userId="86b2c7ec-ac95-4ad1-9dfc-8980b8b35838" providerId="ADAL" clId="{23647E79-0729-4205-829F-7C5AE08844BE}" dt="2026-10-20T18:20:06.520" v="474" actId="1076"/>
          <ac:picMkLst>
            <pc:docMk/>
            <pc:sldMk cId="0" sldId="261"/>
            <ac:picMk id="63" creationId="{48E27836-3029-9263-2B57-60852823EE69}"/>
          </ac:picMkLst>
        </pc:picChg>
      </pc:sldChg>
      <pc:sldChg chg="addSp delSp modSp add del mod">
        <pc:chgData name="SUBASINGHE M. H. R. I it22089786" userId="86b2c7ec-ac95-4ad1-9dfc-8980b8b35838" providerId="ADAL" clId="{23647E79-0729-4205-829F-7C5AE08844BE}" dt="2026-10-20T19:11:39.430" v="640" actId="2696"/>
        <pc:sldMkLst>
          <pc:docMk/>
          <pc:sldMk cId="0" sldId="262"/>
        </pc:sldMkLst>
        <pc:spChg chg="mod">
          <ac:chgData name="SUBASINGHE M. H. R. I it22089786" userId="86b2c7ec-ac95-4ad1-9dfc-8980b8b35838" providerId="ADAL" clId="{23647E79-0729-4205-829F-7C5AE08844BE}" dt="2026-10-20T17:26:32.469" v="210" actId="14100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SUBASINGHE M. H. R. I it22089786" userId="86b2c7ec-ac95-4ad1-9dfc-8980b8b35838" providerId="ADAL" clId="{23647E79-0729-4205-829F-7C5AE08844BE}" dt="2026-10-20T17:25:59.818" v="203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36:28.090" v="273" actId="478"/>
          <ac:spMkLst>
            <pc:docMk/>
            <pc:sldMk cId="0" sldId="262"/>
            <ac:spMk id="43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8:09.320" v="132" actId="14100"/>
          <ac:spMkLst>
            <pc:docMk/>
            <pc:sldMk cId="0" sldId="262"/>
            <ac:spMk id="44" creationId="{A41CE7F9-D404-334D-4CCF-414955B49012}"/>
          </ac:spMkLst>
        </pc:spChg>
        <pc:spChg chg="mod">
          <ac:chgData name="SUBASINGHE M. H. R. I it22089786" userId="86b2c7ec-ac95-4ad1-9dfc-8980b8b35838" providerId="ADAL" clId="{23647E79-0729-4205-829F-7C5AE08844BE}" dt="2026-10-20T17:29:31.617" v="231" actId="14100"/>
          <ac:spMkLst>
            <pc:docMk/>
            <pc:sldMk cId="0" sldId="262"/>
            <ac:spMk id="47" creationId="{35C78F6B-FE07-9065-5DD4-B6ABF8FA3C59}"/>
          </ac:spMkLst>
        </pc:spChg>
        <pc:graphicFrameChg chg="add del mod">
          <ac:chgData name="SUBASINGHE M. H. R. I it22089786" userId="86b2c7ec-ac95-4ad1-9dfc-8980b8b35838" providerId="ADAL" clId="{23647E79-0729-4205-829F-7C5AE08844BE}" dt="2026-10-20T17:29:13.244" v="226" actId="478"/>
          <ac:graphicFrameMkLst>
            <pc:docMk/>
            <pc:sldMk cId="0" sldId="262"/>
            <ac:graphicFrameMk id="4" creationId="{63E8FECD-1F2E-E2A2-0B67-E6119F93717F}"/>
          </ac:graphicFrameMkLst>
        </pc:graphicFrameChg>
        <pc:graphicFrameChg chg="add mod">
          <ac:chgData name="SUBASINGHE M. H. R. I it22089786" userId="86b2c7ec-ac95-4ad1-9dfc-8980b8b35838" providerId="ADAL" clId="{23647E79-0729-4205-829F-7C5AE08844BE}" dt="2026-10-20T17:29:17.735" v="227"/>
          <ac:graphicFrameMkLst>
            <pc:docMk/>
            <pc:sldMk cId="0" sldId="262"/>
            <ac:graphicFrameMk id="7" creationId="{B620EA18-6117-CF06-BB78-9D987C548A81}"/>
          </ac:graphicFrameMkLst>
        </pc:graphicFrameChg>
        <pc:picChg chg="add mod">
          <ac:chgData name="SUBASINGHE M. H. R. I it22089786" userId="86b2c7ec-ac95-4ad1-9dfc-8980b8b35838" providerId="ADAL" clId="{23647E79-0729-4205-829F-7C5AE08844BE}" dt="2026-10-20T17:26:12.715" v="206" actId="1076"/>
          <ac:picMkLst>
            <pc:docMk/>
            <pc:sldMk cId="0" sldId="262"/>
            <ac:picMk id="3" creationId="{D31D6129-8DA9-97BD-29E0-5C4AE8AE038F}"/>
          </ac:picMkLst>
        </pc:picChg>
        <pc:picChg chg="del">
          <ac:chgData name="SUBASINGHE M. H. R. I it22089786" userId="86b2c7ec-ac95-4ad1-9dfc-8980b8b35838" providerId="ADAL" clId="{23647E79-0729-4205-829F-7C5AE08844BE}" dt="2026-10-20T17:25:57.074" v="201" actId="478"/>
          <ac:picMkLst>
            <pc:docMk/>
            <pc:sldMk cId="0" sldId="262"/>
            <ac:picMk id="53" creationId="{31F5137B-F96E-A98A-94BB-9546DEF1C6E6}"/>
          </ac:picMkLst>
        </pc:picChg>
      </pc:sldChg>
      <pc:sldChg chg="addSp delSp modSp add mod">
        <pc:chgData name="SUBASINGHE M. H. R. I it22089786" userId="86b2c7ec-ac95-4ad1-9dfc-8980b8b35838" providerId="ADAL" clId="{23647E79-0729-4205-829F-7C5AE08844BE}" dt="2026-10-20T19:25:23.279" v="659" actId="478"/>
        <pc:sldMkLst>
          <pc:docMk/>
          <pc:sldMk cId="0" sldId="263"/>
        </pc:sldMkLst>
        <pc:spChg chg="del">
          <ac:chgData name="SUBASINGHE M. H. R. I it22089786" userId="86b2c7ec-ac95-4ad1-9dfc-8980b8b35838" providerId="ADAL" clId="{23647E79-0729-4205-829F-7C5AE08844BE}" dt="2026-10-20T17:27:37.488" v="215" actId="478"/>
          <ac:spMkLst>
            <pc:docMk/>
            <pc:sldMk cId="0" sldId="263"/>
            <ac:spMk id="1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29:53.955" v="236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8:16:13.892" v="454" actId="20577"/>
          <ac:spMkLst>
            <pc:docMk/>
            <pc:sldMk cId="0" sldId="263"/>
            <ac:spMk id="18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27:41.585" v="218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36:33.168" v="274" actId="478"/>
          <ac:spMkLst>
            <pc:docMk/>
            <pc:sldMk cId="0" sldId="263"/>
            <ac:spMk id="33" creationId="{00000000-0000-0000-0000-000000000000}"/>
          </ac:spMkLst>
        </pc:spChg>
        <pc:spChg chg="add del mod">
          <ac:chgData name="SUBASINGHE M. H. R. I it22089786" userId="86b2c7ec-ac95-4ad1-9dfc-8980b8b35838" providerId="ADAL" clId="{23647E79-0729-4205-829F-7C5AE08844BE}" dt="2026-10-20T19:25:23.279" v="659" actId="478"/>
          <ac:spMkLst>
            <pc:docMk/>
            <pc:sldMk cId="0" sldId="263"/>
            <ac:spMk id="34" creationId="{1251DE85-8105-9EE9-8BFC-7B2D6EEF7C38}"/>
          </ac:spMkLst>
        </pc:spChg>
        <pc:spChg chg="mod">
          <ac:chgData name="SUBASINGHE M. H. R. I it22089786" userId="86b2c7ec-ac95-4ad1-9dfc-8980b8b35838" providerId="ADAL" clId="{23647E79-0729-4205-829F-7C5AE08844BE}" dt="2026-10-20T17:31:13.520" v="249" actId="113"/>
          <ac:spMkLst>
            <pc:docMk/>
            <pc:sldMk cId="0" sldId="263"/>
            <ac:spMk id="37" creationId="{E8F57C74-6DE2-EBC9-5BC4-35061DBD7BD3}"/>
          </ac:spMkLst>
        </pc:spChg>
        <pc:spChg chg="add del">
          <ac:chgData name="SUBASINGHE M. H. R. I it22089786" userId="86b2c7ec-ac95-4ad1-9dfc-8980b8b35838" providerId="ADAL" clId="{23647E79-0729-4205-829F-7C5AE08844BE}" dt="2026-10-20T17:31:18.296" v="250" actId="478"/>
          <ac:spMkLst>
            <pc:docMk/>
            <pc:sldMk cId="0" sldId="263"/>
            <ac:spMk id="38" creationId="{6E1504F9-3BC3-7FED-32D6-9C40CB4635C4}"/>
          </ac:spMkLst>
        </pc:spChg>
        <pc:graphicFrameChg chg="add del mod">
          <ac:chgData name="SUBASINGHE M. H. R. I it22089786" userId="86b2c7ec-ac95-4ad1-9dfc-8980b8b35838" providerId="ADAL" clId="{23647E79-0729-4205-829F-7C5AE08844BE}" dt="2026-10-20T17:30:33.669" v="239" actId="478"/>
          <ac:graphicFrameMkLst>
            <pc:docMk/>
            <pc:sldMk cId="0" sldId="263"/>
            <ac:graphicFrameMk id="16" creationId="{744B3A96-A1FE-74A8-4898-85655CEB6A00}"/>
          </ac:graphicFrameMkLst>
        </pc:graphicFrameChg>
        <pc:graphicFrameChg chg="add del mod">
          <ac:chgData name="SUBASINGHE M. H. R. I it22089786" userId="86b2c7ec-ac95-4ad1-9dfc-8980b8b35838" providerId="ADAL" clId="{23647E79-0729-4205-829F-7C5AE08844BE}" dt="2026-10-20T17:30:41.415" v="241" actId="478"/>
          <ac:graphicFrameMkLst>
            <pc:docMk/>
            <pc:sldMk cId="0" sldId="263"/>
            <ac:graphicFrameMk id="31" creationId="{819C21E2-1EB7-BCE4-5191-CE9C36000A53}"/>
          </ac:graphicFrameMkLst>
        </pc:graphicFrameChg>
        <pc:graphicFrameChg chg="add mod">
          <ac:chgData name="SUBASINGHE M. H. R. I it22089786" userId="86b2c7ec-ac95-4ad1-9dfc-8980b8b35838" providerId="ADAL" clId="{23647E79-0729-4205-829F-7C5AE08844BE}" dt="2026-10-20T17:30:42.721" v="242"/>
          <ac:graphicFrameMkLst>
            <pc:docMk/>
            <pc:sldMk cId="0" sldId="263"/>
            <ac:graphicFrameMk id="32" creationId="{FF0BB3FD-4510-72BC-11AE-267AA9BA4660}"/>
          </ac:graphicFrameMkLst>
        </pc:graphicFrameChg>
        <pc:graphicFrameChg chg="add del mod">
          <ac:chgData name="SUBASINGHE M. H. R. I it22089786" userId="86b2c7ec-ac95-4ad1-9dfc-8980b8b35838" providerId="ADAL" clId="{23647E79-0729-4205-829F-7C5AE08844BE}" dt="2026-10-20T17:30:57.377" v="245" actId="478"/>
          <ac:graphicFrameMkLst>
            <pc:docMk/>
            <pc:sldMk cId="0" sldId="263"/>
            <ac:graphicFrameMk id="40" creationId="{8DDA0B99-2194-8408-E0D3-CF3B2B028584}"/>
          </ac:graphicFrameMkLst>
        </pc:graphicFrameChg>
        <pc:graphicFrameChg chg="add mod">
          <ac:chgData name="SUBASINGHE M. H. R. I it22089786" userId="86b2c7ec-ac95-4ad1-9dfc-8980b8b35838" providerId="ADAL" clId="{23647E79-0729-4205-829F-7C5AE08844BE}" dt="2026-10-20T17:31:03.475" v="246"/>
          <ac:graphicFrameMkLst>
            <pc:docMk/>
            <pc:sldMk cId="0" sldId="263"/>
            <ac:graphicFrameMk id="42" creationId="{91E81B77-E707-5AED-92D4-20CAEEDA29C4}"/>
          </ac:graphicFrameMkLst>
        </pc:graphicFrameChg>
        <pc:picChg chg="add mod">
          <ac:chgData name="SUBASINGHE M. H. R. I it22089786" userId="86b2c7ec-ac95-4ad1-9dfc-8980b8b35838" providerId="ADAL" clId="{23647E79-0729-4205-829F-7C5AE08844BE}" dt="2026-10-20T17:27:46.353" v="220" actId="1076"/>
          <ac:picMkLst>
            <pc:docMk/>
            <pc:sldMk cId="0" sldId="263"/>
            <ac:picMk id="3" creationId="{C1FA4D75-779D-07DC-7960-8BA776EBDA14}"/>
          </ac:picMkLst>
        </pc:picChg>
        <pc:cxnChg chg="add del">
          <ac:chgData name="SUBASINGHE M. H. R. I it22089786" userId="86b2c7ec-ac95-4ad1-9dfc-8980b8b35838" providerId="ADAL" clId="{23647E79-0729-4205-829F-7C5AE08844BE}" dt="2026-10-20T19:25:22.344" v="658" actId="478"/>
          <ac:cxnSpMkLst>
            <pc:docMk/>
            <pc:sldMk cId="0" sldId="263"/>
            <ac:cxnSpMk id="35" creationId="{1E18C539-EED9-2DBD-9DBF-7159BAF2E9BA}"/>
          </ac:cxnSpMkLst>
        </pc:cxnChg>
      </pc:sldChg>
      <pc:sldChg chg="delSp modSp add mod">
        <pc:chgData name="SUBASINGHE M. H. R. I it22089786" userId="86b2c7ec-ac95-4ad1-9dfc-8980b8b35838" providerId="ADAL" clId="{23647E79-0729-4205-829F-7C5AE08844BE}" dt="2026-10-20T17:36:37.422" v="275" actId="478"/>
        <pc:sldMkLst>
          <pc:docMk/>
          <pc:sldMk cId="0" sldId="264"/>
        </pc:sldMkLst>
        <pc:spChg chg="mod">
          <ac:chgData name="SUBASINGHE M. H. R. I it22089786" userId="86b2c7ec-ac95-4ad1-9dfc-8980b8b35838" providerId="ADAL" clId="{23647E79-0729-4205-829F-7C5AE08844BE}" dt="2026-10-20T17:20:34.767" v="152"/>
          <ac:spMkLst>
            <pc:docMk/>
            <pc:sldMk cId="0" sldId="264"/>
            <ac:spMk id="56" creationId="{00000000-0000-0000-0000-000000000000}"/>
          </ac:spMkLst>
        </pc:spChg>
        <pc:spChg chg="del">
          <ac:chgData name="SUBASINGHE M. H. R. I it22089786" userId="86b2c7ec-ac95-4ad1-9dfc-8980b8b35838" providerId="ADAL" clId="{23647E79-0729-4205-829F-7C5AE08844BE}" dt="2026-10-20T17:36:37.422" v="275" actId="478"/>
          <ac:spMkLst>
            <pc:docMk/>
            <pc:sldMk cId="0" sldId="264"/>
            <ac:spMk id="5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9:36.046" v="139" actId="14100"/>
          <ac:spMkLst>
            <pc:docMk/>
            <pc:sldMk cId="0" sldId="264"/>
            <ac:spMk id="97" creationId="{66A9E7A9-121E-ADDA-B71F-741D4C6BD04A}"/>
          </ac:spMkLst>
        </pc:spChg>
      </pc:sldChg>
      <pc:sldChg chg="modSp add mod setBg">
        <pc:chgData name="SUBASINGHE M. H. R. I it22089786" userId="86b2c7ec-ac95-4ad1-9dfc-8980b8b35838" providerId="ADAL" clId="{23647E79-0729-4205-829F-7C5AE08844BE}" dt="2026-10-20T17:20:02.836" v="148" actId="20577"/>
        <pc:sldMkLst>
          <pc:docMk/>
          <pc:sldMk cId="0" sldId="265"/>
        </pc:sldMkLst>
        <pc:spChg chg="mod">
          <ac:chgData name="SUBASINGHE M. H. R. I it22089786" userId="86b2c7ec-ac95-4ad1-9dfc-8980b8b35838" providerId="ADAL" clId="{23647E79-0729-4205-829F-7C5AE08844BE}" dt="2026-10-20T17:20:02.836" v="148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7:19:53.265" v="141" actId="14100"/>
          <ac:spMkLst>
            <pc:docMk/>
            <pc:sldMk cId="0" sldId="265"/>
            <ac:spMk id="12" creationId="{8E9EEE95-AFA7-D856-E06D-A909CADF84CB}"/>
          </ac:spMkLst>
        </pc:spChg>
      </pc:sldChg>
      <pc:sldChg chg="modSp add mod setBg">
        <pc:chgData name="SUBASINGHE M. H. R. I it22089786" userId="86b2c7ec-ac95-4ad1-9dfc-8980b8b35838" providerId="ADAL" clId="{23647E79-0729-4205-829F-7C5AE08844BE}" dt="2026-10-20T17:20:15.248" v="151" actId="14100"/>
        <pc:sldMkLst>
          <pc:docMk/>
          <pc:sldMk cId="788150420" sldId="266"/>
        </pc:sldMkLst>
        <pc:spChg chg="mod">
          <ac:chgData name="SUBASINGHE M. H. R. I it22089786" userId="86b2c7ec-ac95-4ad1-9dfc-8980b8b35838" providerId="ADAL" clId="{23647E79-0729-4205-829F-7C5AE08844BE}" dt="2026-10-20T17:20:15.248" v="151" actId="14100"/>
          <ac:spMkLst>
            <pc:docMk/>
            <pc:sldMk cId="788150420" sldId="266"/>
            <ac:spMk id="12" creationId="{8E9EEE95-AFA7-D856-E06D-A909CADF84CB}"/>
          </ac:spMkLst>
        </pc:spChg>
      </pc:sldChg>
      <pc:sldChg chg="modSp add mod setBg">
        <pc:chgData name="SUBASINGHE M. H. R. I it22089786" userId="86b2c7ec-ac95-4ad1-9dfc-8980b8b35838" providerId="ADAL" clId="{23647E79-0729-4205-829F-7C5AE08844BE}" dt="2026-10-20T17:34:32.746" v="265" actId="14100"/>
        <pc:sldMkLst>
          <pc:docMk/>
          <pc:sldMk cId="1013204896" sldId="267"/>
        </pc:sldMkLst>
        <pc:spChg chg="mod">
          <ac:chgData name="SUBASINGHE M. H. R. I it22089786" userId="86b2c7ec-ac95-4ad1-9dfc-8980b8b35838" providerId="ADAL" clId="{23647E79-0729-4205-829F-7C5AE08844BE}" dt="2026-10-20T17:34:32.746" v="265" actId="14100"/>
          <ac:spMkLst>
            <pc:docMk/>
            <pc:sldMk cId="1013204896" sldId="267"/>
            <ac:spMk id="4" creationId="{507FFB4A-2DBB-1781-49E4-7EA351CC005E}"/>
          </ac:spMkLst>
        </pc:spChg>
      </pc:sldChg>
      <pc:sldChg chg="add setBg">
        <pc:chgData name="SUBASINGHE M. H. R. I it22089786" userId="86b2c7ec-ac95-4ad1-9dfc-8980b8b35838" providerId="ADAL" clId="{23647E79-0729-4205-829F-7C5AE08844BE}" dt="2026-10-20T17:08:42.087" v="0"/>
        <pc:sldMkLst>
          <pc:docMk/>
          <pc:sldMk cId="915879551" sldId="268"/>
        </pc:sldMkLst>
      </pc:sldChg>
      <pc:sldChg chg="add setBg">
        <pc:chgData name="SUBASINGHE M. H. R. I it22089786" userId="86b2c7ec-ac95-4ad1-9dfc-8980b8b35838" providerId="ADAL" clId="{23647E79-0729-4205-829F-7C5AE08844BE}" dt="2026-10-20T17:08:42.087" v="0"/>
        <pc:sldMkLst>
          <pc:docMk/>
          <pc:sldMk cId="1859476061" sldId="269"/>
        </pc:sldMkLst>
      </pc:sldChg>
      <pc:sldChg chg="addSp delSp modSp new del mod">
        <pc:chgData name="SUBASINGHE M. H. R. I it22089786" userId="86b2c7ec-ac95-4ad1-9dfc-8980b8b35838" providerId="ADAL" clId="{23647E79-0729-4205-829F-7C5AE08844BE}" dt="2026-10-20T17:55:31.898" v="379" actId="2696"/>
        <pc:sldMkLst>
          <pc:docMk/>
          <pc:sldMk cId="345965551" sldId="270"/>
        </pc:sldMkLst>
        <pc:spChg chg="add del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5" creationId="{B31C3101-18D9-6E82-A3A7-A129199850A3}"/>
          </ac:spMkLst>
        </pc:spChg>
        <pc:spChg chg="add del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7" creationId="{170DC5F4-1FBF-499A-C510-AF080E1AD4BF}"/>
          </ac:spMkLst>
        </pc:spChg>
        <pc:spChg chg="add del mod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9" creationId="{0AB48EF7-8EB8-3FB1-62B7-B3013192DA76}"/>
          </ac:spMkLst>
        </pc:spChg>
        <pc:spChg chg="add del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11" creationId="{B937F5A9-121D-508B-FC55-D6B236485760}"/>
          </ac:spMkLst>
        </pc:spChg>
        <pc:spChg chg="mod">
          <ac:chgData name="SUBASINGHE M. H. R. I it22089786" userId="86b2c7ec-ac95-4ad1-9dfc-8980b8b35838" providerId="ADAL" clId="{23647E79-0729-4205-829F-7C5AE08844BE}" dt="2026-10-20T17:49:36.114" v="332" actId="27636"/>
          <ac:spMkLst>
            <pc:docMk/>
            <pc:sldMk cId="345965551" sldId="270"/>
            <ac:spMk id="15" creationId="{6A0AAD8A-0DDF-6A98-A410-7DEA014B909F}"/>
          </ac:spMkLst>
        </pc:spChg>
        <pc:spChg chg="add del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17" creationId="{F2AE187E-E27C-1055-3887-9B69B45A2704}"/>
          </ac:spMkLst>
        </pc:spChg>
        <pc:spChg chg="add del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19" creationId="{0750466F-9229-0BFB-9DFE-543FAB332166}"/>
          </ac:spMkLst>
        </pc:spChg>
        <pc:spChg chg="add del mod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21" creationId="{B072A644-7B8E-2351-0A6A-B7AB9FDB1B93}"/>
          </ac:spMkLst>
        </pc:spChg>
        <pc:spChg chg="add del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23" creationId="{248504C8-6363-23DD-B1BA-A9614D03613B}"/>
          </ac:spMkLst>
        </pc:spChg>
        <pc:spChg chg="add del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25" creationId="{F382C9BD-931F-711E-C6AD-0B5E3BDFDD75}"/>
          </ac:spMkLst>
        </pc:spChg>
        <pc:spChg chg="add del">
          <ac:chgData name="SUBASINGHE M. H. R. I it22089786" userId="86b2c7ec-ac95-4ad1-9dfc-8980b8b35838" providerId="ADAL" clId="{23647E79-0729-4205-829F-7C5AE08844BE}" dt="2026-10-20T17:49:41.668" v="335" actId="22"/>
          <ac:spMkLst>
            <pc:docMk/>
            <pc:sldMk cId="345965551" sldId="270"/>
            <ac:spMk id="31" creationId="{5C57A020-0CB2-9A22-04DD-B64FC6CC7C1D}"/>
          </ac:spMkLst>
        </pc:spChg>
        <pc:spChg chg="add del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37" creationId="{BF699045-88CD-D875-589A-4BC764F2115C}"/>
          </ac:spMkLst>
        </pc:spChg>
        <pc:spChg chg="add del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39" creationId="{4BA1375B-8A1D-C11F-2656-6FAE90BE44AB}"/>
          </ac:spMkLst>
        </pc:spChg>
        <pc:spChg chg="add del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41" creationId="{22890E97-9642-6B27-D7D9-0A1B118A8FDD}"/>
          </ac:spMkLst>
        </pc:spChg>
        <pc:spChg chg="mod">
          <ac:chgData name="SUBASINGHE M. H. R. I it22089786" userId="86b2c7ec-ac95-4ad1-9dfc-8980b8b35838" providerId="ADAL" clId="{23647E79-0729-4205-829F-7C5AE08844BE}" dt="2026-10-20T17:49:46.260" v="340" actId="27636"/>
          <ac:spMkLst>
            <pc:docMk/>
            <pc:sldMk cId="345965551" sldId="270"/>
            <ac:spMk id="43" creationId="{696F778B-9159-59BF-AEF9-48AD831F7950}"/>
          </ac:spMkLst>
        </pc:spChg>
        <pc:spChg chg="add del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45" creationId="{B9A4C24E-B083-9CBE-1BEF-DF0A70D4EEB2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49" creationId="{0DA5B773-DE2C-A38C-EA35-F8F61229CB61}"/>
          </ac:spMkLst>
        </pc:spChg>
        <pc:spChg chg="add del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53" creationId="{3517081A-2DCF-D135-7140-81E14FEF8DF0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55" creationId="{433457B1-7824-2AD4-635C-721525BD4B5D}"/>
          </ac:spMkLst>
        </pc:spChg>
        <pc:spChg chg="add del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57" creationId="{F69DD33B-DBFC-A20B-6765-76269ECEA27B}"/>
          </ac:spMkLst>
        </pc:spChg>
        <pc:spChg chg="add del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61" creationId="{802B805F-98E8-9680-99AE-59936B64E621}"/>
          </ac:spMkLst>
        </pc:spChg>
        <pc:spChg chg="add del">
          <ac:chgData name="SUBASINGHE M. H. R. I it22089786" userId="86b2c7ec-ac95-4ad1-9dfc-8980b8b35838" providerId="ADAL" clId="{23647E79-0729-4205-829F-7C5AE08844BE}" dt="2026-10-20T17:49:51.524" v="342" actId="22"/>
          <ac:spMkLst>
            <pc:docMk/>
            <pc:sldMk cId="345965551" sldId="270"/>
            <ac:spMk id="65" creationId="{5D3C48E0-CC86-720D-BD8C-BCB5537783E6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68" creationId="{97D1B383-6B2A-E889-0B13-5E07B380D669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69" creationId="{C8C76D8D-C447-7139-BA36-5B5C0C0A5F4E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70" creationId="{F528E178-B479-2016-DC9F-478AB0CD1EBB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71" creationId="{A646026D-E77E-170D-0E78-E4840DECDD42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72" creationId="{480A906B-1AF0-8F9C-1113-E1E7CDE6A21C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73" creationId="{E1AF1724-DCBF-A270-F556-FAF766561691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74" creationId="{C0836816-2A99-8947-4CE6-21B9D6D38FF5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75" creationId="{BA66A289-DF53-B349-5930-337D7BF1B291}"/>
          </ac:spMkLst>
        </pc:spChg>
        <pc:spChg chg="mod">
          <ac:chgData name="SUBASINGHE M. H. R. I it22089786" userId="86b2c7ec-ac95-4ad1-9dfc-8980b8b35838" providerId="ADAL" clId="{23647E79-0729-4205-829F-7C5AE08844BE}" dt="2026-10-20T17:49:51.553" v="345" actId="27636"/>
          <ac:spMkLst>
            <pc:docMk/>
            <pc:sldMk cId="345965551" sldId="270"/>
            <ac:spMk id="77" creationId="{1FB116E2-2978-97D9-4007-6BEAF56FC999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80" creationId="{1B8F96FB-3E6B-458F-248D-4CFB310EC8C3}"/>
          </ac:spMkLst>
        </pc:spChg>
        <pc:spChg chg="add del mod">
          <ac:chgData name="SUBASINGHE M. H. R. I it22089786" userId="86b2c7ec-ac95-4ad1-9dfc-8980b8b35838" providerId="ADAL" clId="{23647E79-0729-4205-829F-7C5AE08844BE}" dt="2026-10-20T17:49:54.129" v="347" actId="21"/>
          <ac:spMkLst>
            <pc:docMk/>
            <pc:sldMk cId="345965551" sldId="270"/>
            <ac:spMk id="83" creationId="{FE4544AA-09B7-A1B9-7C41-9D9AB7A6AD20}"/>
          </ac:spMkLst>
        </pc:spChg>
        <pc:picChg chg="add del">
          <ac:chgData name="SUBASINGHE M. H. R. I it22089786" userId="86b2c7ec-ac95-4ad1-9dfc-8980b8b35838" providerId="ADAL" clId="{23647E79-0729-4205-829F-7C5AE08844BE}" dt="2026-10-20T17:49:44.235" v="337" actId="22"/>
          <ac:picMkLst>
            <pc:docMk/>
            <pc:sldMk cId="345965551" sldId="270"/>
            <ac:picMk id="35" creationId="{4A0A02CA-A90E-2839-4491-863EE627B20C}"/>
          </ac:picMkLst>
        </pc:picChg>
      </pc:sldChg>
      <pc:sldChg chg="addSp delSp new del mod">
        <pc:chgData name="SUBASINGHE M. H. R. I it22089786" userId="86b2c7ec-ac95-4ad1-9dfc-8980b8b35838" providerId="ADAL" clId="{23647E79-0729-4205-829F-7C5AE08844BE}" dt="2026-10-20T17:47:37.257" v="320" actId="2696"/>
        <pc:sldMkLst>
          <pc:docMk/>
          <pc:sldMk cId="1443138251" sldId="270"/>
        </pc:sldMkLst>
        <pc:spChg chg="add del">
          <ac:chgData name="SUBASINGHE M. H. R. I it22089786" userId="86b2c7ec-ac95-4ad1-9dfc-8980b8b35838" providerId="ADAL" clId="{23647E79-0729-4205-829F-7C5AE08844BE}" dt="2026-10-20T17:47:35.798" v="319" actId="22"/>
          <ac:spMkLst>
            <pc:docMk/>
            <pc:sldMk cId="1443138251" sldId="270"/>
            <ac:spMk id="3" creationId="{F83896A1-30C7-E823-69CC-D2B10FFAA685}"/>
          </ac:spMkLst>
        </pc:spChg>
      </pc:sldChg>
      <pc:sldChg chg="addSp modSp mod">
        <pc:chgData name="SUBASINGHE M. H. R. I it22089786" userId="86b2c7ec-ac95-4ad1-9dfc-8980b8b35838" providerId="ADAL" clId="{23647E79-0729-4205-829F-7C5AE08844BE}" dt="2026-10-20T23:59:10.586" v="716" actId="20577"/>
        <pc:sldMkLst>
          <pc:docMk/>
          <pc:sldMk cId="270191648" sldId="274"/>
        </pc:sldMkLst>
        <pc:spChg chg="add mod">
          <ac:chgData name="SUBASINGHE M. H. R. I it22089786" userId="86b2c7ec-ac95-4ad1-9dfc-8980b8b35838" providerId="ADAL" clId="{23647E79-0729-4205-829F-7C5AE08844BE}" dt="2026-10-20T23:59:10.586" v="716" actId="20577"/>
          <ac:spMkLst>
            <pc:docMk/>
            <pc:sldMk cId="270191648" sldId="274"/>
            <ac:spMk id="5" creationId="{9D744F69-821C-D4D8-91FA-DE60410D46CB}"/>
          </ac:spMkLst>
        </pc:spChg>
        <pc:picChg chg="mod">
          <ac:chgData name="SUBASINGHE M. H. R. I it22089786" userId="86b2c7ec-ac95-4ad1-9dfc-8980b8b35838" providerId="ADAL" clId="{23647E79-0729-4205-829F-7C5AE08844BE}" dt="2026-10-20T23:33:02.279" v="694" actId="1037"/>
          <ac:picMkLst>
            <pc:docMk/>
            <pc:sldMk cId="270191648" sldId="274"/>
            <ac:picMk id="4" creationId="{973D2D93-39E8-1250-83AE-68C094C3E177}"/>
          </ac:picMkLst>
        </pc:picChg>
      </pc:sldChg>
      <pc:sldChg chg="addSp delSp modSp add del mod">
        <pc:chgData name="SUBASINGHE M. H. R. I it22089786" userId="86b2c7ec-ac95-4ad1-9dfc-8980b8b35838" providerId="ADAL" clId="{23647E79-0729-4205-829F-7C5AE08844BE}" dt="2026-10-20T18:32:49.265" v="491" actId="47"/>
        <pc:sldMkLst>
          <pc:docMk/>
          <pc:sldMk cId="4193314577" sldId="274"/>
        </pc:sldMkLst>
        <pc:spChg chg="add">
          <ac:chgData name="SUBASINGHE M. H. R. I it22089786" userId="86b2c7ec-ac95-4ad1-9dfc-8980b8b35838" providerId="ADAL" clId="{23647E79-0729-4205-829F-7C5AE08844BE}" dt="2026-10-20T18:21:05.725" v="478" actId="22"/>
          <ac:spMkLst>
            <pc:docMk/>
            <pc:sldMk cId="4193314577" sldId="274"/>
            <ac:spMk id="4" creationId="{51E64A19-F0AA-FCA3-BE0A-A535CF796ADE}"/>
          </ac:spMkLst>
        </pc:spChg>
        <pc:spChg chg="mod">
          <ac:chgData name="SUBASINGHE M. H. R. I it22089786" userId="86b2c7ec-ac95-4ad1-9dfc-8980b8b35838" providerId="ADAL" clId="{23647E79-0729-4205-829F-7C5AE08844BE}" dt="2026-10-20T18:32:44.649" v="490" actId="20577"/>
          <ac:spMkLst>
            <pc:docMk/>
            <pc:sldMk cId="4193314577" sldId="274"/>
            <ac:spMk id="19" creationId="{ACECAD50-FECD-135C-7111-6D29AAC85124}"/>
          </ac:spMkLst>
        </pc:spChg>
        <pc:spChg chg="del">
          <ac:chgData name="SUBASINGHE M. H. R. I it22089786" userId="86b2c7ec-ac95-4ad1-9dfc-8980b8b35838" providerId="ADAL" clId="{23647E79-0729-4205-829F-7C5AE08844BE}" dt="2026-10-20T18:21:04.350" v="477" actId="478"/>
          <ac:spMkLst>
            <pc:docMk/>
            <pc:sldMk cId="4193314577" sldId="274"/>
            <ac:spMk id="38" creationId="{E050EFAE-DA3B-DFD7-3BFD-9E17239EBB29}"/>
          </ac:spMkLst>
        </pc:spChg>
      </pc:sldChg>
      <pc:sldChg chg="del">
        <pc:chgData name="SUBASINGHE M. H. R. I it22089786" userId="86b2c7ec-ac95-4ad1-9dfc-8980b8b35838" providerId="ADAL" clId="{23647E79-0729-4205-829F-7C5AE08844BE}" dt="2026-10-20T19:23:29.711" v="649" actId="47"/>
        <pc:sldMkLst>
          <pc:docMk/>
          <pc:sldMk cId="1939657159" sldId="275"/>
        </pc:sldMkLst>
      </pc:sldChg>
      <pc:sldChg chg="del">
        <pc:chgData name="SUBASINGHE M. H. R. I it22089786" userId="86b2c7ec-ac95-4ad1-9dfc-8980b8b35838" providerId="ADAL" clId="{23647E79-0729-4205-829F-7C5AE08844BE}" dt="2026-10-20T19:23:28.318" v="648" actId="47"/>
        <pc:sldMkLst>
          <pc:docMk/>
          <pc:sldMk cId="1838371999" sldId="279"/>
        </pc:sldMkLst>
      </pc:sldChg>
      <pc:sldChg chg="modSp add mod setBg">
        <pc:chgData name="SUBASINGHE M. H. R. I it22089786" userId="86b2c7ec-ac95-4ad1-9dfc-8980b8b35838" providerId="ADAL" clId="{23647E79-0729-4205-829F-7C5AE08844BE}" dt="2026-10-20T19:07:56.210" v="628" actId="27636"/>
        <pc:sldMkLst>
          <pc:docMk/>
          <pc:sldMk cId="0" sldId="280"/>
        </pc:sldMkLst>
        <pc:spChg chg="mod">
          <ac:chgData name="SUBASINGHE M. H. R. I it22089786" userId="86b2c7ec-ac95-4ad1-9dfc-8980b8b35838" providerId="ADAL" clId="{23647E79-0729-4205-829F-7C5AE08844BE}" dt="2026-10-20T19:07:56.210" v="628" actId="27636"/>
          <ac:spMkLst>
            <pc:docMk/>
            <pc:sldMk cId="0" sldId="280"/>
            <ac:spMk id="8" creationId="{00000000-0000-0000-0000-000000000000}"/>
          </ac:spMkLst>
        </pc:spChg>
      </pc:sldChg>
      <pc:sldChg chg="modSp add mod setBg">
        <pc:chgData name="SUBASINGHE M. H. R. I it22089786" userId="86b2c7ec-ac95-4ad1-9dfc-8980b8b35838" providerId="ADAL" clId="{23647E79-0729-4205-829F-7C5AE08844BE}" dt="2026-10-20T19:11:35.198" v="639" actId="27636"/>
        <pc:sldMkLst>
          <pc:docMk/>
          <pc:sldMk cId="0" sldId="282"/>
        </pc:sldMkLst>
        <pc:spChg chg="mod">
          <ac:chgData name="SUBASINGHE M. H. R. I it22089786" userId="86b2c7ec-ac95-4ad1-9dfc-8980b8b35838" providerId="ADAL" clId="{23647E79-0729-4205-829F-7C5AE08844BE}" dt="2026-10-20T19:11:35.184" v="634" actId="27636"/>
          <ac:spMkLst>
            <pc:docMk/>
            <pc:sldMk cId="0" sldId="282"/>
            <ac:spMk id="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78" v="632" actId="27636"/>
          <ac:spMkLst>
            <pc:docMk/>
            <pc:sldMk cId="0" sldId="282"/>
            <ac:spMk id="24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74" v="631" actId="27636"/>
          <ac:spMkLst>
            <pc:docMk/>
            <pc:sldMk cId="0" sldId="282"/>
            <ac:spMk id="2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81" v="633" actId="27636"/>
          <ac:spMkLst>
            <pc:docMk/>
            <pc:sldMk cId="0" sldId="282"/>
            <ac:spMk id="32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89" v="637" actId="27636"/>
          <ac:spMkLst>
            <pc:docMk/>
            <pc:sldMk cId="0" sldId="282"/>
            <ac:spMk id="50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93" v="638" actId="27636"/>
          <ac:spMkLst>
            <pc:docMk/>
            <pc:sldMk cId="0" sldId="282"/>
            <ac:spMk id="54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98" v="639" actId="27636"/>
          <ac:spMkLst>
            <pc:docMk/>
            <pc:sldMk cId="0" sldId="282"/>
            <ac:spMk id="58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69" v="630" actId="27636"/>
          <ac:spMkLst>
            <pc:docMk/>
            <pc:sldMk cId="0" sldId="282"/>
            <ac:spMk id="62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88" v="636" actId="27636"/>
          <ac:spMkLst>
            <pc:docMk/>
            <pc:sldMk cId="0" sldId="282"/>
            <ac:spMk id="67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1:35.185" v="635" actId="27636"/>
          <ac:spMkLst>
            <pc:docMk/>
            <pc:sldMk cId="0" sldId="282"/>
            <ac:spMk id="71" creationId="{00000000-0000-0000-0000-000000000000}"/>
          </ac:spMkLst>
        </pc:spChg>
      </pc:sldChg>
      <pc:sldChg chg="addSp delSp modSp add mod setBg">
        <pc:chgData name="SUBASINGHE M. H. R. I it22089786" userId="86b2c7ec-ac95-4ad1-9dfc-8980b8b35838" providerId="ADAL" clId="{23647E79-0729-4205-829F-7C5AE08844BE}" dt="2026-10-20T19:25:06.384" v="655" actId="478"/>
        <pc:sldMkLst>
          <pc:docMk/>
          <pc:sldMk cId="0" sldId="283"/>
        </pc:sldMkLst>
        <pc:spChg chg="mod">
          <ac:chgData name="SUBASINGHE M. H. R. I it22089786" userId="86b2c7ec-ac95-4ad1-9dfc-8980b8b35838" providerId="ADAL" clId="{23647E79-0729-4205-829F-7C5AE08844BE}" dt="2026-10-20T19:14:59.476" v="645" actId="2763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4:59.471" v="644" actId="27636"/>
          <ac:spMkLst>
            <pc:docMk/>
            <pc:sldMk cId="0" sldId="283"/>
            <ac:spMk id="16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4:59.482" v="647" actId="27636"/>
          <ac:spMkLst>
            <pc:docMk/>
            <pc:sldMk cId="0" sldId="283"/>
            <ac:spMk id="22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4:59.451" v="642" actId="27636"/>
          <ac:spMkLst>
            <pc:docMk/>
            <pc:sldMk cId="0" sldId="283"/>
            <ac:spMk id="83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4:59.479" v="646" actId="27636"/>
          <ac:spMkLst>
            <pc:docMk/>
            <pc:sldMk cId="0" sldId="283"/>
            <ac:spMk id="10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19:14:59.465" v="643" actId="27636"/>
          <ac:spMkLst>
            <pc:docMk/>
            <pc:sldMk cId="0" sldId="283"/>
            <ac:spMk id="107" creationId="{00000000-0000-0000-0000-000000000000}"/>
          </ac:spMkLst>
        </pc:spChg>
        <pc:spChg chg="add del">
          <ac:chgData name="SUBASINGHE M. H. R. I it22089786" userId="86b2c7ec-ac95-4ad1-9dfc-8980b8b35838" providerId="ADAL" clId="{23647E79-0729-4205-829F-7C5AE08844BE}" dt="2026-10-20T19:25:06.384" v="655" actId="478"/>
          <ac:spMkLst>
            <pc:docMk/>
            <pc:sldMk cId="0" sldId="283"/>
            <ac:spMk id="112" creationId="{1024D967-2DD3-3F6B-E6FB-3E7A8B2960A1}"/>
          </ac:spMkLst>
        </pc:spChg>
      </pc:sldChg>
      <pc:sldChg chg="addSp delSp modSp add mod setBg">
        <pc:chgData name="SUBASINGHE M. H. R. I it22089786" userId="86b2c7ec-ac95-4ad1-9dfc-8980b8b35838" providerId="ADAL" clId="{23647E79-0729-4205-829F-7C5AE08844BE}" dt="2026-10-20T23:33:50.262" v="713" actId="20577"/>
        <pc:sldMkLst>
          <pc:docMk/>
          <pc:sldMk cId="0" sldId="284"/>
        </pc:sldMkLst>
        <pc:spChg chg="del">
          <ac:chgData name="SUBASINGHE M. H. R. I it22089786" userId="86b2c7ec-ac95-4ad1-9dfc-8980b8b35838" providerId="ADAL" clId="{23647E79-0729-4205-829F-7C5AE08844BE}" dt="2026-10-20T19:24:45.453" v="653" actId="478"/>
          <ac:spMkLst>
            <pc:docMk/>
            <pc:sldMk cId="0" sldId="284"/>
            <ac:spMk id="5" creationId="{00000000-0000-0000-0000-000000000000}"/>
          </ac:spMkLst>
        </pc:spChg>
        <pc:spChg chg="mod">
          <ac:chgData name="SUBASINGHE M. H. R. I it22089786" userId="86b2c7ec-ac95-4ad1-9dfc-8980b8b35838" providerId="ADAL" clId="{23647E79-0729-4205-829F-7C5AE08844BE}" dt="2026-10-20T23:33:50.262" v="713" actId="20577"/>
          <ac:spMkLst>
            <pc:docMk/>
            <pc:sldMk cId="0" sldId="284"/>
            <ac:spMk id="30" creationId="{00000000-0000-0000-0000-000000000000}"/>
          </ac:spMkLst>
        </pc:spChg>
        <pc:spChg chg="add del">
          <ac:chgData name="SUBASINGHE M. H. R. I it22089786" userId="86b2c7ec-ac95-4ad1-9dfc-8980b8b35838" providerId="ADAL" clId="{23647E79-0729-4205-829F-7C5AE08844BE}" dt="2026-10-20T19:25:02.468" v="654" actId="478"/>
          <ac:spMkLst>
            <pc:docMk/>
            <pc:sldMk cId="0" sldId="284"/>
            <ac:spMk id="44" creationId="{1E03EE7A-6809-ED0F-BBB4-785447E3F7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380AE-BC50-40C1-B5AD-A85E38CFF3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26E1E-95FB-44A5-BC89-82D3135DC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57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026DC-1B65-45B0-B3BE-5B6EB05F9F48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A10B-CB4B-484F-844B-9C6313AE2B37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D99C-5971-437D-8CE0-96B4A6757988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648C-CD69-40C1-9DD1-26342EBD28C2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DC3C-9261-4CD5-95B0-F1E7BC189A15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AD2E-343B-4528-9DAC-AAB933565A0E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31A-DA46-4691-96E4-1785E243F66F}" type="datetime1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4A06-EC75-484F-B673-B955B7C2D37D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9FDD-9C06-406B-BB06-DB00D1C758AE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F88E5-7A21-4E62-98A3-825A72EA28CF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74565-72DC-464B-AAE0-1E5186AF8CEB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34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03E9B-645E-47C2-8F30-BC0F4353BD0E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7.png"/><Relationship Id="rId7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.jpe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35.png"/><Relationship Id="rId12" Type="http://schemas.openxmlformats.org/officeDocument/2006/relationships/image" Target="../media/image4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43.png"/><Relationship Id="rId5" Type="http://schemas.openxmlformats.org/officeDocument/2006/relationships/image" Target="../media/image33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2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4E924B9-BB15-A723-628B-6A06AA30ED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2800" cy="8172896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430219" y="2810297"/>
            <a:ext cx="10747853" cy="2149957"/>
          </a:xfrm>
          <a:custGeom>
            <a:avLst/>
            <a:gdLst/>
            <a:ahLst/>
            <a:cxnLst/>
            <a:rect l="l" t="t" r="r" b="b"/>
            <a:pathLst>
              <a:path w="12862852" h="3224936">
                <a:moveTo>
                  <a:pt x="0" y="0"/>
                </a:moveTo>
                <a:lnTo>
                  <a:pt x="12862852" y="0"/>
                </a:lnTo>
                <a:lnTo>
                  <a:pt x="1286285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23514" y="3100177"/>
            <a:ext cx="1123698" cy="153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78"/>
              </a:lnSpc>
            </a:pPr>
            <a:r>
              <a:rPr lang="en-US" sz="1333" b="1">
                <a:solidFill>
                  <a:srgbClr val="745FBB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STUDENT ID</a:t>
            </a:r>
          </a:p>
        </p:txBody>
      </p:sp>
      <p:sp>
        <p:nvSpPr>
          <p:cNvPr id="6" name="Freeform 6"/>
          <p:cNvSpPr/>
          <p:nvPr/>
        </p:nvSpPr>
        <p:spPr>
          <a:xfrm>
            <a:off x="721895" y="3240289"/>
            <a:ext cx="7991885" cy="153048"/>
          </a:xfrm>
          <a:custGeom>
            <a:avLst/>
            <a:gdLst/>
            <a:ahLst/>
            <a:cxnLst/>
            <a:rect l="l" t="t" r="r" b="b"/>
            <a:pathLst>
              <a:path w="11987828" h="229572">
                <a:moveTo>
                  <a:pt x="0" y="0"/>
                </a:moveTo>
                <a:lnTo>
                  <a:pt x="11987828" y="0"/>
                </a:lnTo>
                <a:lnTo>
                  <a:pt x="11987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30220" y="4952967"/>
            <a:ext cx="8575235" cy="1151503"/>
          </a:xfrm>
          <a:custGeom>
            <a:avLst/>
            <a:gdLst/>
            <a:ahLst/>
            <a:cxnLst/>
            <a:rect l="l" t="t" r="r" b="b"/>
            <a:pathLst>
              <a:path w="12862852" h="1727254">
                <a:moveTo>
                  <a:pt x="0" y="0"/>
                </a:moveTo>
                <a:lnTo>
                  <a:pt x="12862852" y="0"/>
                </a:lnTo>
                <a:lnTo>
                  <a:pt x="1286285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" name="Freeform 8"/>
          <p:cNvSpPr/>
          <p:nvPr/>
        </p:nvSpPr>
        <p:spPr>
          <a:xfrm>
            <a:off x="2318814" y="5098727"/>
            <a:ext cx="153129" cy="721511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058143" y="952802"/>
            <a:ext cx="5783358" cy="48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9600" b="1">
                <a:solidFill>
                  <a:srgbClr val="000000"/>
                </a:solidFill>
                <a:latin typeface="Aptos"/>
                <a:ea typeface="Arimo"/>
                <a:cs typeface="Arimo"/>
                <a:sym typeface="Arimo"/>
              </a:rPr>
              <a:t>LUMORA</a:t>
            </a:r>
            <a:endParaRPr lang="en-US" sz="9600" b="1">
              <a:solidFill>
                <a:srgbClr val="000000"/>
              </a:solidFill>
              <a:latin typeface="Aptos"/>
              <a:ea typeface="Arimo"/>
              <a:cs typeface="Arim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26373" y="1726280"/>
            <a:ext cx="11182535" cy="1039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Arial Nova"/>
                <a:ea typeface="Aptos Display" pitchFamily="34" charset="-122"/>
                <a:cs typeface="Aptos Display" pitchFamily="34" charset="-120"/>
              </a:rPr>
              <a:t>Adaptive Cognitive Load and Style Prediction System for Online Learning Using Behavioral Patterns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4312" y="5698426"/>
            <a:ext cx="1661758" cy="248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39"/>
              </a:lnSpc>
            </a:pPr>
            <a:r>
              <a:rPr lang="en-US" sz="2133" b="1">
                <a:solidFill>
                  <a:srgbClr val="745FBB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R26-SE-004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1214" y="3437274"/>
            <a:ext cx="1482462" cy="144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-61" dirty="0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IT22281364</a:t>
            </a:r>
          </a:p>
          <a:p>
            <a:pPr>
              <a:lnSpc>
                <a:spcPct val="150000"/>
              </a:lnSpc>
            </a:pPr>
            <a:r>
              <a:rPr lang="en-US" sz="1600" b="1" spc="-61" dirty="0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IT22089786</a:t>
            </a:r>
          </a:p>
          <a:p>
            <a:pPr>
              <a:lnSpc>
                <a:spcPct val="150000"/>
              </a:lnSpc>
            </a:pPr>
            <a:r>
              <a:rPr lang="en-US" sz="1600" b="1" spc="-61" dirty="0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IT22166074</a:t>
            </a:r>
          </a:p>
          <a:p>
            <a:pPr>
              <a:lnSpc>
                <a:spcPct val="150000"/>
              </a:lnSpc>
            </a:pPr>
            <a:r>
              <a:rPr lang="en-US" sz="1600" b="1" spc="-61" dirty="0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IT22055712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71008" y="3441279"/>
            <a:ext cx="2336337" cy="144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-61" err="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Imesh</a:t>
            </a:r>
            <a:r>
              <a:rPr lang="en-US" sz="1600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 L A R </a:t>
            </a:r>
          </a:p>
          <a:p>
            <a:pPr>
              <a:lnSpc>
                <a:spcPct val="150000"/>
              </a:lnSpc>
            </a:pPr>
            <a:r>
              <a:rPr lang="it-IT" sz="1600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Subasinghe M.H.R.I</a:t>
            </a:r>
          </a:p>
          <a:p>
            <a:pPr>
              <a:lnSpc>
                <a:spcPct val="150000"/>
              </a:lnSpc>
            </a:pPr>
            <a:r>
              <a:rPr lang="pt-BR" sz="1600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Jayasinghe J. M. S. N</a:t>
            </a:r>
          </a:p>
          <a:p>
            <a:pPr>
              <a:lnSpc>
                <a:spcPct val="150000"/>
              </a:lnSpc>
            </a:pPr>
            <a:r>
              <a:rPr lang="en-US" sz="1600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Dilshan W.G.W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95797" y="3442567"/>
            <a:ext cx="564266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/>
              <a:t>Cognitive Style and Learner Profile Detection</a:t>
            </a:r>
            <a:endParaRPr lang="en-US"/>
          </a:p>
          <a:p>
            <a:pPr>
              <a:lnSpc>
                <a:spcPct val="150000"/>
              </a:lnSpc>
              <a:spcAft>
                <a:spcPts val="700"/>
              </a:spcAft>
              <a:defRPr sz="1600" b="1">
                <a:solidFill>
                  <a:srgbClr val="13273D"/>
                </a:solidFill>
                <a:latin typeface="Aptos"/>
              </a:defRPr>
            </a:pPr>
            <a:r>
              <a:rPr lang="en-US"/>
              <a:t>Real-Time Cognitive Load Prediction</a:t>
            </a:r>
          </a:p>
          <a:p>
            <a:pPr>
              <a:spcAft>
                <a:spcPts val="700"/>
              </a:spcAft>
              <a:defRPr sz="1600" b="1">
                <a:solidFill>
                  <a:srgbClr val="13273D"/>
                </a:solidFill>
                <a:latin typeface="Aptos"/>
              </a:defRPr>
            </a:pPr>
            <a:r>
              <a:rPr lang="en-US"/>
              <a:t>Cognitive-Adaptive Content Personalization Engine (CACPE)</a:t>
            </a:r>
          </a:p>
          <a:p>
            <a:pPr>
              <a:spcAft>
                <a:spcPts val="700"/>
              </a:spcAft>
              <a:defRPr sz="1600" b="1">
                <a:solidFill>
                  <a:srgbClr val="13273D"/>
                </a:solidFill>
                <a:latin typeface="Aptos"/>
              </a:defRPr>
            </a:pPr>
            <a:r>
              <a:rPr lang="en-US"/>
              <a:t>Adaptive Assessment and Educator Analytics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1214" y="5425216"/>
            <a:ext cx="1412386" cy="181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77"/>
              </a:lnSpc>
            </a:pPr>
            <a:r>
              <a:rPr lang="en-US" sz="1600" b="1">
                <a:solidFill>
                  <a:srgbClr val="745FBB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SUPERVISION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74928" y="5146690"/>
            <a:ext cx="4367980" cy="64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8"/>
              </a:lnSpc>
            </a:pPr>
            <a:r>
              <a:rPr lang="en-US" sz="1600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Supervisor: Dr. </a:t>
            </a:r>
            <a:r>
              <a:rPr lang="en-US" sz="1600" b="1" spc="-61" err="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Kalpani</a:t>
            </a:r>
            <a:r>
              <a:rPr lang="en-US" sz="1600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 </a:t>
            </a:r>
            <a:r>
              <a:rPr lang="en-US" sz="1600" b="1" spc="-61" err="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Manathunge</a:t>
            </a:r>
            <a:endParaRPr lang="en-US" sz="1600" b="1" spc="-61">
              <a:latin typeface="Aptos" panose="020B0004020202020204" pitchFamily="34" charset="0"/>
              <a:ea typeface="Inter Medium"/>
              <a:cs typeface="Inter Medium"/>
              <a:sym typeface="Inter Medium"/>
            </a:endParaRPr>
          </a:p>
          <a:p>
            <a:pPr>
              <a:lnSpc>
                <a:spcPts val="2608"/>
              </a:lnSpc>
            </a:pPr>
            <a:r>
              <a:rPr lang="en-US" sz="1600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Co-Supervisor: Mr. </a:t>
            </a:r>
            <a:r>
              <a:rPr lang="en-US" sz="1600" b="1" spc="-61" err="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Jeewaka</a:t>
            </a:r>
            <a:r>
              <a:rPr lang="en-US" sz="1600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 Perera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94441" y="3100177"/>
            <a:ext cx="906359" cy="153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78"/>
              </a:lnSpc>
            </a:pPr>
            <a:r>
              <a:rPr lang="en-US" sz="1333" b="1">
                <a:solidFill>
                  <a:srgbClr val="745FBB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MODULE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71008" y="3100177"/>
            <a:ext cx="624714" cy="153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78"/>
              </a:lnSpc>
            </a:pPr>
            <a:r>
              <a:rPr lang="en-US" sz="1333" b="1">
                <a:solidFill>
                  <a:srgbClr val="745FBB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NAME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F71E319-313A-CE22-8E23-BDDC56EF8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" y="6448036"/>
            <a:ext cx="1841757" cy="35564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7A31865-C4C9-1F63-A087-B0A97A57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6BEDCCE-B148-5223-A1B8-6E72AD8BB8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63661" y="-86264"/>
            <a:ext cx="15537771" cy="817289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05872" y="685800"/>
            <a:ext cx="9525000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2"/>
              </a:lnSpc>
              <a:spcBef>
                <a:spcPct val="0"/>
              </a:spcBef>
            </a:pPr>
            <a:r>
              <a:rPr lang="en-US" sz="3600" b="1" spc="-116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PP2 Comments and Actions Taken</a:t>
            </a:r>
          </a:p>
        </p:txBody>
      </p:sp>
      <p:sp>
        <p:nvSpPr>
          <p:cNvPr id="6" name="Freeform 6"/>
          <p:cNvSpPr/>
          <p:nvPr/>
        </p:nvSpPr>
        <p:spPr>
          <a:xfrm>
            <a:off x="284383" y="1398781"/>
            <a:ext cx="11623235" cy="1151503"/>
          </a:xfrm>
          <a:custGeom>
            <a:avLst/>
            <a:gdLst/>
            <a:ahLst/>
            <a:cxnLst/>
            <a:rect l="l" t="t" r="r" b="b"/>
            <a:pathLst>
              <a:path w="17434852" h="1727254">
                <a:moveTo>
                  <a:pt x="0" y="0"/>
                </a:moveTo>
                <a:lnTo>
                  <a:pt x="17434852" y="0"/>
                </a:lnTo>
                <a:lnTo>
                  <a:pt x="17434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7" name="TextBox 7"/>
          <p:cNvSpPr txBox="1"/>
          <p:nvPr/>
        </p:nvSpPr>
        <p:spPr>
          <a:xfrm>
            <a:off x="3442693" y="1716516"/>
            <a:ext cx="2965759" cy="59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3"/>
              </a:lnSpc>
            </a:pPr>
            <a:r>
              <a:rPr lang="en-US" sz="1700" b="1" spc="-51">
                <a:latin typeface="Aptos"/>
                <a:ea typeface="Inter Medium"/>
                <a:cs typeface="Inter Medium"/>
              </a:rPr>
              <a:t>Overall good. Improve the time management</a:t>
            </a:r>
            <a:endParaRPr lang="en-US" sz="1700" b="1" spc="-51">
              <a:latin typeface="Aptos" panose="020B0004020202020204" pitchFamily="34" charset="0"/>
              <a:ea typeface="Inter Medium"/>
              <a:cs typeface="Inter Medium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609609" y="1819004"/>
            <a:ext cx="882316" cy="29151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7723742" y="1667670"/>
            <a:ext cx="3455317" cy="59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3"/>
              </a:lnSpc>
            </a:pPr>
            <a:r>
              <a:rPr lang="en-US" sz="1700" spc="-51">
                <a:ea typeface="+mn-lt"/>
                <a:cs typeface="+mn-lt"/>
                <a:sym typeface="Inter Medium"/>
              </a:rPr>
              <a:t>Improved time management and streamlined the presentation flow.</a:t>
            </a:r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879464" y="1683014"/>
            <a:ext cx="590641" cy="575751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Freeform 11"/>
          <p:cNvSpPr/>
          <p:nvPr/>
        </p:nvSpPr>
        <p:spPr>
          <a:xfrm>
            <a:off x="284383" y="2542996"/>
            <a:ext cx="11623235" cy="1289975"/>
          </a:xfrm>
          <a:custGeom>
            <a:avLst/>
            <a:gdLst/>
            <a:ahLst/>
            <a:cxnLst/>
            <a:rect l="l" t="t" r="r" b="b"/>
            <a:pathLst>
              <a:path w="17434852" h="1934962">
                <a:moveTo>
                  <a:pt x="0" y="0"/>
                </a:moveTo>
                <a:lnTo>
                  <a:pt x="17434852" y="0"/>
                </a:lnTo>
                <a:lnTo>
                  <a:pt x="1743485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2" name="TextBox 12"/>
          <p:cNvSpPr txBox="1"/>
          <p:nvPr/>
        </p:nvSpPr>
        <p:spPr>
          <a:xfrm>
            <a:off x="3445953" y="2890719"/>
            <a:ext cx="3128255" cy="599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3"/>
              </a:lnSpc>
            </a:pPr>
            <a:r>
              <a:rPr lang="en-US" sz="1700" b="1" spc="-51">
                <a:latin typeface="Aptos"/>
                <a:sym typeface="Inter Medium"/>
              </a:rPr>
              <a:t>All the component should be properly tested. Overall Okay</a:t>
            </a:r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609609" y="2965700"/>
            <a:ext cx="882316" cy="437279"/>
          </a:xfrm>
          <a:custGeom>
            <a:avLst/>
            <a:gdLst/>
            <a:ahLst/>
            <a:cxnLst/>
            <a:rect l="l" t="t" r="r" b="b"/>
            <a:pathLst>
              <a:path w="1323474" h="655919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4" name="TextBox 14"/>
          <p:cNvSpPr txBox="1"/>
          <p:nvPr/>
        </p:nvSpPr>
        <p:spPr>
          <a:xfrm>
            <a:off x="7723739" y="2724643"/>
            <a:ext cx="3279924" cy="906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3"/>
              </a:lnSpc>
            </a:pPr>
            <a:r>
              <a:rPr lang="en-US" sz="1700" spc="-51">
                <a:ea typeface="+mn-lt"/>
                <a:cs typeface="+mn-lt"/>
                <a:sym typeface="Inter Medium"/>
              </a:rPr>
              <a:t>Conducted component testing and validated system functionality through UAT and expert evaluations.</a:t>
            </a:r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879464" y="2827229"/>
            <a:ext cx="590641" cy="575751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6" name="Freeform 16"/>
          <p:cNvSpPr/>
          <p:nvPr/>
        </p:nvSpPr>
        <p:spPr>
          <a:xfrm>
            <a:off x="284383" y="3679923"/>
            <a:ext cx="11623235" cy="1297263"/>
          </a:xfrm>
          <a:custGeom>
            <a:avLst/>
            <a:gdLst/>
            <a:ahLst/>
            <a:cxnLst/>
            <a:rect l="l" t="t" r="r" b="b"/>
            <a:pathLst>
              <a:path w="17434852" h="1945894">
                <a:moveTo>
                  <a:pt x="0" y="0"/>
                </a:moveTo>
                <a:lnTo>
                  <a:pt x="17434852" y="0"/>
                </a:lnTo>
                <a:lnTo>
                  <a:pt x="1743485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7" name="TextBox 17"/>
          <p:cNvSpPr txBox="1"/>
          <p:nvPr/>
        </p:nvSpPr>
        <p:spPr>
          <a:xfrm>
            <a:off x="3443386" y="4182425"/>
            <a:ext cx="2896471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3"/>
              </a:lnSpc>
            </a:pPr>
            <a:r>
              <a:rPr lang="en-US" sz="1700" b="1" spc="-51">
                <a:latin typeface="Aptos"/>
                <a:sym typeface="Inter Medium"/>
              </a:rPr>
              <a:t>Overall Good</a:t>
            </a:r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6609609" y="4109915"/>
            <a:ext cx="882316" cy="437279"/>
          </a:xfrm>
          <a:custGeom>
            <a:avLst/>
            <a:gdLst/>
            <a:ahLst/>
            <a:cxnLst/>
            <a:rect l="l" t="t" r="r" b="b"/>
            <a:pathLst>
              <a:path w="1323474" h="655919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9" name="TextBox 19"/>
          <p:cNvSpPr txBox="1"/>
          <p:nvPr/>
        </p:nvSpPr>
        <p:spPr>
          <a:xfrm>
            <a:off x="7746528" y="3996809"/>
            <a:ext cx="3150086" cy="1076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700" spc="-51">
                <a:ea typeface="+mn-lt"/>
                <a:cs typeface="+mn-lt"/>
                <a:sym typeface="Inter Medium"/>
              </a:rPr>
              <a:t>Continued system improvements and refined the implemented components.</a:t>
            </a:r>
            <a:endParaRPr lang="en-US">
              <a:sym typeface="Inter Medium"/>
            </a:endParaRPr>
          </a:p>
          <a:p>
            <a:pPr>
              <a:lnSpc>
                <a:spcPts val="2403"/>
              </a:lnSpc>
            </a:pPr>
            <a:endParaRPr lang="en-US" sz="1700" b="1" spc="-51">
              <a:latin typeface="Aptos" panose="020B0004020202020204" pitchFamily="34" charset="0"/>
              <a:ea typeface="Inter Medium"/>
              <a:cs typeface="Inter Medium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0879464" y="3971443"/>
            <a:ext cx="590641" cy="575751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1" name="Freeform 21"/>
          <p:cNvSpPr/>
          <p:nvPr/>
        </p:nvSpPr>
        <p:spPr>
          <a:xfrm>
            <a:off x="294152" y="4824137"/>
            <a:ext cx="11603697" cy="1521955"/>
          </a:xfrm>
          <a:custGeom>
            <a:avLst/>
            <a:gdLst/>
            <a:ahLst/>
            <a:cxnLst/>
            <a:rect l="l" t="t" r="r" b="b"/>
            <a:pathLst>
              <a:path w="17434852" h="1945894">
                <a:moveTo>
                  <a:pt x="0" y="0"/>
                </a:moveTo>
                <a:lnTo>
                  <a:pt x="17434852" y="0"/>
                </a:lnTo>
                <a:lnTo>
                  <a:pt x="1743485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2" name="TextBox 22"/>
          <p:cNvSpPr txBox="1"/>
          <p:nvPr/>
        </p:nvSpPr>
        <p:spPr>
          <a:xfrm>
            <a:off x="3440989" y="5083903"/>
            <a:ext cx="3301505" cy="1214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3"/>
              </a:lnSpc>
            </a:pPr>
            <a:r>
              <a:rPr lang="en-US" sz="1700" b="1" spc="-51">
                <a:latin typeface="Aptos"/>
                <a:sym typeface="Inter Medium"/>
              </a:rPr>
              <a:t>Need to clarify the flow and process and demonstrate a proper understanding of the component.  Test should be done for the final</a:t>
            </a:r>
            <a:endParaRPr lang="en-US" sz="1700" b="1" spc="-51"/>
          </a:p>
        </p:txBody>
      </p:sp>
      <p:sp>
        <p:nvSpPr>
          <p:cNvPr id="23" name="Freeform 23"/>
          <p:cNvSpPr/>
          <p:nvPr/>
        </p:nvSpPr>
        <p:spPr>
          <a:xfrm>
            <a:off x="6609609" y="5254129"/>
            <a:ext cx="882316" cy="437279"/>
          </a:xfrm>
          <a:custGeom>
            <a:avLst/>
            <a:gdLst/>
            <a:ahLst/>
            <a:cxnLst/>
            <a:rect l="l" t="t" r="r" b="b"/>
            <a:pathLst>
              <a:path w="1323474" h="655919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4" name="TextBox 24"/>
          <p:cNvSpPr txBox="1"/>
          <p:nvPr/>
        </p:nvSpPr>
        <p:spPr>
          <a:xfrm>
            <a:off x="7734171" y="5113211"/>
            <a:ext cx="3301504" cy="906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3"/>
              </a:lnSpc>
            </a:pPr>
            <a:r>
              <a:rPr lang="en-US" sz="1700" spc="-51">
                <a:ea typeface="+mn-lt"/>
                <a:cs typeface="+mn-lt"/>
                <a:sym typeface="Inter Medium"/>
              </a:rPr>
              <a:t>Clarified the overall system workflow and prepared detailed explanations. Performed UAT and model evaluation.</a:t>
            </a:r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879464" y="5108370"/>
            <a:ext cx="590641" cy="721511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7" name="TextBox 27"/>
          <p:cNvSpPr txBox="1"/>
          <p:nvPr/>
        </p:nvSpPr>
        <p:spPr>
          <a:xfrm>
            <a:off x="5437182" y="6489999"/>
            <a:ext cx="1317637" cy="24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39"/>
              </a:lnSpc>
            </a:pPr>
            <a:r>
              <a:rPr lang="en-US" sz="2000" b="1">
                <a:solidFill>
                  <a:srgbClr val="745FBB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R26-SE-004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7A4116-07C8-A956-8BBF-A094D2F571C5}"/>
              </a:ext>
            </a:extLst>
          </p:cNvPr>
          <p:cNvSpPr txBox="1"/>
          <p:nvPr/>
        </p:nvSpPr>
        <p:spPr>
          <a:xfrm>
            <a:off x="441325" y="40981"/>
            <a:ext cx="10960100" cy="282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err="1">
                <a:latin typeface="Arial Nova"/>
                <a:ea typeface="Aptos Display" pitchFamily="34" charset="-122"/>
                <a:cs typeface="Aptos Display" pitchFamily="34" charset="-120"/>
              </a:rPr>
              <a:t>Lumora</a:t>
            </a:r>
            <a:r>
              <a:rPr lang="en-US" sz="1400" b="1">
                <a:latin typeface="Arial Nova"/>
                <a:ea typeface="Aptos Display" pitchFamily="34" charset="-122"/>
                <a:cs typeface="Aptos Display" pitchFamily="34" charset="-120"/>
              </a:rPr>
              <a:t> : Adaptive Cognitive Load and Style Prediction System for Online Learning Using Behavioral Patterns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7482470-C498-D132-B1B6-5A304E640B7F}"/>
              </a:ext>
            </a:extLst>
          </p:cNvPr>
          <p:cNvCxnSpPr/>
          <p:nvPr/>
        </p:nvCxnSpPr>
        <p:spPr>
          <a:xfrm>
            <a:off x="304800" y="332500"/>
            <a:ext cx="115824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2AD5868B-69C3-0696-8C7F-B590AAE461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5" y="6448036"/>
            <a:ext cx="1841757" cy="35564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2E9365-3081-28FE-6D43-639CC24B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4A48C-3A80-060B-5122-45035EC3499C}"/>
              </a:ext>
            </a:extLst>
          </p:cNvPr>
          <p:cNvSpPr txBox="1"/>
          <p:nvPr/>
        </p:nvSpPr>
        <p:spPr>
          <a:xfrm>
            <a:off x="721895" y="1779267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IT22166074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A8A91-5C1A-C3C6-5A4F-22C413D04DDE}"/>
              </a:ext>
            </a:extLst>
          </p:cNvPr>
          <p:cNvSpPr txBox="1"/>
          <p:nvPr/>
        </p:nvSpPr>
        <p:spPr>
          <a:xfrm>
            <a:off x="779318" y="3059668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IT22281364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89D5AC-72F0-6C18-5993-1143CEC76C9A}"/>
              </a:ext>
            </a:extLst>
          </p:cNvPr>
          <p:cNvSpPr txBox="1"/>
          <p:nvPr/>
        </p:nvSpPr>
        <p:spPr>
          <a:xfrm>
            <a:off x="757906" y="4126727"/>
            <a:ext cx="217170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spc="-61" dirty="0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IT22055712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DE75F5-02A1-4D42-27FB-68FEEA70DAC5}"/>
              </a:ext>
            </a:extLst>
          </p:cNvPr>
          <p:cNvSpPr txBox="1"/>
          <p:nvPr/>
        </p:nvSpPr>
        <p:spPr>
          <a:xfrm>
            <a:off x="779318" y="5435441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6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IT22089786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775E810E-ADEC-CCC0-2F50-8CC5B05A03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887" y="-7835660"/>
            <a:ext cx="12242800" cy="8172896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284383" y="1392141"/>
            <a:ext cx="3930316" cy="4576859"/>
          </a:xfrm>
          <a:custGeom>
            <a:avLst/>
            <a:gdLst/>
            <a:ahLst/>
            <a:cxnLst/>
            <a:rect l="l" t="t" r="r" b="b"/>
            <a:pathLst>
              <a:path w="5895474" h="6865288">
                <a:moveTo>
                  <a:pt x="0" y="0"/>
                </a:moveTo>
                <a:lnTo>
                  <a:pt x="5895474" y="0"/>
                </a:lnTo>
                <a:lnTo>
                  <a:pt x="589547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Freeform 6"/>
          <p:cNvSpPr/>
          <p:nvPr/>
        </p:nvSpPr>
        <p:spPr>
          <a:xfrm>
            <a:off x="576057" y="2244837"/>
            <a:ext cx="882316" cy="867271"/>
          </a:xfrm>
          <a:custGeom>
            <a:avLst/>
            <a:gdLst/>
            <a:ahLst/>
            <a:cxnLst/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7" name="Freeform 7"/>
          <p:cNvSpPr/>
          <p:nvPr/>
        </p:nvSpPr>
        <p:spPr>
          <a:xfrm>
            <a:off x="721895" y="2390597"/>
            <a:ext cx="590641" cy="575751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" name="Freeform 8"/>
          <p:cNvSpPr/>
          <p:nvPr/>
        </p:nvSpPr>
        <p:spPr>
          <a:xfrm>
            <a:off x="576057" y="3250579"/>
            <a:ext cx="3346967" cy="145760"/>
          </a:xfrm>
          <a:custGeom>
            <a:avLst/>
            <a:gdLst/>
            <a:ahLst/>
            <a:cxnLst/>
            <a:rect l="l" t="t" r="r" b="b"/>
            <a:pathLst>
              <a:path w="5020450" h="218640">
                <a:moveTo>
                  <a:pt x="0" y="0"/>
                </a:moveTo>
                <a:lnTo>
                  <a:pt x="5020450" y="0"/>
                </a:lnTo>
                <a:lnTo>
                  <a:pt x="502045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" name="Freeform 9"/>
          <p:cNvSpPr/>
          <p:nvPr/>
        </p:nvSpPr>
        <p:spPr>
          <a:xfrm>
            <a:off x="576057" y="3534811"/>
            <a:ext cx="882316" cy="859983"/>
          </a:xfrm>
          <a:custGeom>
            <a:avLst/>
            <a:gdLst/>
            <a:ahLst/>
            <a:cxnLst/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0" name="Freeform 10"/>
          <p:cNvSpPr/>
          <p:nvPr/>
        </p:nvSpPr>
        <p:spPr>
          <a:xfrm>
            <a:off x="721895" y="3673283"/>
            <a:ext cx="590641" cy="58303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Freeform 11"/>
          <p:cNvSpPr/>
          <p:nvPr/>
        </p:nvSpPr>
        <p:spPr>
          <a:xfrm>
            <a:off x="576057" y="4533266"/>
            <a:ext cx="3346967" cy="153048"/>
          </a:xfrm>
          <a:custGeom>
            <a:avLst/>
            <a:gdLst/>
            <a:ahLst/>
            <a:cxnLst/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 sz="1200">
              <a:solidFill>
                <a:srgbClr val="0E2841"/>
              </a:solidFill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76057" y="4679025"/>
            <a:ext cx="882316" cy="1005743"/>
          </a:xfrm>
          <a:custGeom>
            <a:avLst/>
            <a:gdLst/>
            <a:ahLst/>
            <a:cxnLst/>
            <a:rect l="l" t="t" r="r" b="b"/>
            <a:pathLst>
              <a:path w="1323474" h="150861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Freeform 13"/>
          <p:cNvSpPr/>
          <p:nvPr/>
        </p:nvSpPr>
        <p:spPr>
          <a:xfrm>
            <a:off x="721895" y="4817498"/>
            <a:ext cx="590641" cy="58303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624746"/>
              </p:ext>
            </p:extLst>
          </p:nvPr>
        </p:nvGraphicFramePr>
        <p:xfrm>
          <a:off x="4828863" y="1501627"/>
          <a:ext cx="6289970" cy="4420134"/>
        </p:xfrm>
        <a:graphic>
          <a:graphicData uri="http://schemas.openxmlformats.org/drawingml/2006/table">
            <a:tbl>
              <a:tblPr/>
              <a:tblGrid>
                <a:gridCol w="237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5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8572">
                <a:tc>
                  <a:txBody>
                    <a:bodyPr/>
                    <a:lstStyle/>
                    <a:p>
                      <a:pPr lvl="0" algn="ctr">
                        <a:lnSpc>
                          <a:spcPts val="2436"/>
                        </a:lnSpc>
                        <a:buNone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857"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12"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112"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112"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369"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1"/>
          <p:cNvSpPr txBox="1"/>
          <p:nvPr/>
        </p:nvSpPr>
        <p:spPr>
          <a:xfrm>
            <a:off x="308049" y="583798"/>
            <a:ext cx="848568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44"/>
              </a:lnSpc>
            </a:pPr>
            <a:r>
              <a:rPr lang="en-US" sz="3703" b="1" spc="-11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Problem in Brief and Design Excellence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5078" y="1700789"/>
            <a:ext cx="1857375" cy="2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1"/>
              </a:lnSpc>
            </a:pPr>
            <a:r>
              <a:rPr lang="en-US" sz="1547" b="1" spc="-61">
                <a:solidFill>
                  <a:srgbClr val="695F9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Problem in Brief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6919" y="2249904"/>
            <a:ext cx="2467451" cy="863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9"/>
              </a:lnSpc>
            </a:pPr>
            <a:r>
              <a:rPr lang="en-US" b="1" spc="-46">
                <a:ea typeface="+mn-lt"/>
                <a:cs typeface="+mn-lt"/>
                <a:sym typeface="Inter Medium"/>
              </a:rPr>
              <a:t>One-Size-Fits-All Learning</a:t>
            </a:r>
            <a:endParaRPr lang="en-US" b="1"/>
          </a:p>
          <a:p>
            <a:pPr>
              <a:lnSpc>
                <a:spcPts val="1739"/>
              </a:lnSpc>
            </a:pPr>
            <a:endParaRPr lang="en-US" b="1" spc="-46">
              <a:ea typeface="+mn-lt"/>
              <a:cs typeface="+mn-lt"/>
              <a:sym typeface="Inter Medium"/>
            </a:endParaRPr>
          </a:p>
          <a:p>
            <a:pPr>
              <a:lnSpc>
                <a:spcPts val="1739"/>
              </a:lnSpc>
            </a:pPr>
            <a:r>
              <a:rPr lang="en-US" sz="1300" spc="-46">
                <a:ea typeface="+mn-lt"/>
                <a:cs typeface="+mn-lt"/>
                <a:sym typeface="Inter Medium"/>
              </a:rPr>
              <a:t>Ignores individual learning styles.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64707" y="3602984"/>
            <a:ext cx="2547080" cy="863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9"/>
              </a:lnSpc>
            </a:pPr>
            <a:r>
              <a:rPr lang="en-US" b="1" spc="-46">
                <a:ea typeface="+mn-lt"/>
                <a:cs typeface="+mn-lt"/>
                <a:sym typeface="Inter Medium"/>
              </a:rPr>
              <a:t>High Cognitive Load</a:t>
            </a:r>
            <a:endParaRPr lang="en-US">
              <a:ea typeface="+mn-lt"/>
              <a:cs typeface="+mn-lt"/>
              <a:sym typeface="Inter Medium"/>
            </a:endParaRPr>
          </a:p>
          <a:p>
            <a:pPr>
              <a:lnSpc>
                <a:spcPts val="1739"/>
              </a:lnSpc>
            </a:pPr>
            <a:br>
              <a:rPr lang="en-US" sz="1300" spc="-46">
                <a:ea typeface="+mn-lt"/>
                <a:cs typeface="+mn-lt"/>
                <a:sym typeface="Inter Medium"/>
              </a:rPr>
            </a:br>
            <a:r>
              <a:rPr lang="en-US" sz="1300" spc="-46">
                <a:ea typeface="+mn-lt"/>
                <a:cs typeface="+mn-lt"/>
              </a:rPr>
              <a:t>Complex content makes learning difficult.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47620" y="4914195"/>
            <a:ext cx="2478097" cy="863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9"/>
              </a:lnSpc>
            </a:pPr>
            <a:r>
              <a:rPr lang="en-US" b="1" spc="-46">
                <a:ea typeface="+mn-lt"/>
                <a:cs typeface="+mn-lt"/>
                <a:sym typeface="Inter Medium"/>
              </a:rPr>
              <a:t>Lack of Adaptive Content</a:t>
            </a:r>
            <a:br>
              <a:rPr lang="en-US" sz="1300" b="1" spc="-46">
                <a:ea typeface="+mn-lt"/>
                <a:cs typeface="+mn-lt"/>
                <a:sym typeface="Inter Medium"/>
              </a:rPr>
            </a:br>
            <a:endParaRPr lang="en-US" b="1" spc="-46">
              <a:ea typeface="+mn-lt"/>
              <a:cs typeface="+mn-lt"/>
            </a:endParaRPr>
          </a:p>
          <a:p>
            <a:pPr>
              <a:lnSpc>
                <a:spcPts val="1739"/>
              </a:lnSpc>
            </a:pPr>
            <a:r>
              <a:rPr lang="en-US" sz="1300" spc="-46">
                <a:ea typeface="+mn-lt"/>
                <a:cs typeface="+mn-lt"/>
              </a:rPr>
              <a:t>Content fails to adapt to learners’ cognitive needs.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332838" y="1657657"/>
            <a:ext cx="1192193" cy="423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9"/>
              </a:lnSpc>
            </a:pPr>
            <a:r>
              <a:rPr lang="en-US" spc="-48">
                <a:ea typeface="+mn-lt"/>
                <a:cs typeface="+mn-lt"/>
                <a:sym typeface="Inter Semi-Bold"/>
              </a:rPr>
              <a:t>Traditional E-learning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394983" y="1726918"/>
            <a:ext cx="1088463" cy="217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9"/>
              </a:lnSpc>
            </a:pPr>
            <a:r>
              <a:rPr lang="en-US" spc="-48">
                <a:ea typeface="+mn-lt"/>
                <a:cs typeface="+mn-lt"/>
                <a:sym typeface="Inter Semi-Bold"/>
              </a:rPr>
              <a:t>Our System</a:t>
            </a:r>
            <a:endParaRPr lang="en-US" sz="2800"/>
          </a:p>
        </p:txBody>
      </p:sp>
      <p:sp>
        <p:nvSpPr>
          <p:cNvPr id="30" name="TextBox 30"/>
          <p:cNvSpPr txBox="1"/>
          <p:nvPr/>
        </p:nvSpPr>
        <p:spPr>
          <a:xfrm>
            <a:off x="5068644" y="2501727"/>
            <a:ext cx="1660227" cy="45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9"/>
              </a:lnSpc>
            </a:pPr>
            <a:r>
              <a:rPr lang="en-US" spc="-46">
                <a:ea typeface="+mn-lt"/>
                <a:cs typeface="+mn-lt"/>
                <a:sym typeface="Inter Medium"/>
              </a:rPr>
              <a:t>Cognitive style detection</a:t>
            </a:r>
            <a:endParaRPr lang="en-US" sz="2800"/>
          </a:p>
        </p:txBody>
      </p:sp>
      <p:sp>
        <p:nvSpPr>
          <p:cNvPr id="31" name="TextBox 31"/>
          <p:cNvSpPr txBox="1"/>
          <p:nvPr/>
        </p:nvSpPr>
        <p:spPr>
          <a:xfrm>
            <a:off x="5070270" y="3200230"/>
            <a:ext cx="1452438" cy="44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9"/>
              </a:lnSpc>
            </a:pPr>
            <a:r>
              <a:rPr lang="en-US" spc="-46">
                <a:ea typeface="+mn-lt"/>
                <a:cs typeface="+mn-lt"/>
                <a:sym typeface="Inter Medium"/>
              </a:rPr>
              <a:t>Cognitive load detection</a:t>
            </a:r>
            <a:endParaRPr lang="en-US" sz="2800"/>
          </a:p>
        </p:txBody>
      </p:sp>
      <p:sp>
        <p:nvSpPr>
          <p:cNvPr id="33" name="TextBox 33"/>
          <p:cNvSpPr txBox="1"/>
          <p:nvPr/>
        </p:nvSpPr>
        <p:spPr>
          <a:xfrm>
            <a:off x="5071039" y="3836886"/>
            <a:ext cx="1686465" cy="45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9"/>
              </a:lnSpc>
            </a:pPr>
            <a:r>
              <a:rPr lang="en-US" spc="-46">
                <a:ea typeface="+mn-lt"/>
                <a:cs typeface="+mn-lt"/>
                <a:sym typeface="Inter Medium"/>
              </a:rPr>
              <a:t>Content conversion</a:t>
            </a:r>
            <a:endParaRPr lang="en-US" sz="2800"/>
          </a:p>
        </p:txBody>
      </p:sp>
      <p:sp>
        <p:nvSpPr>
          <p:cNvPr id="34" name="TextBox 34"/>
          <p:cNvSpPr txBox="1"/>
          <p:nvPr/>
        </p:nvSpPr>
        <p:spPr>
          <a:xfrm>
            <a:off x="7493312" y="3960236"/>
            <a:ext cx="1015016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ea typeface="+mn-lt"/>
                <a:cs typeface="+mn-lt"/>
                <a:sym typeface="Inter Medium"/>
              </a:rPr>
              <a:t>Limited</a:t>
            </a:r>
            <a:endParaRPr lang="en-US" b="1"/>
          </a:p>
        </p:txBody>
      </p:sp>
      <p:sp>
        <p:nvSpPr>
          <p:cNvPr id="35" name="TextBox 35"/>
          <p:cNvSpPr txBox="1"/>
          <p:nvPr/>
        </p:nvSpPr>
        <p:spPr>
          <a:xfrm>
            <a:off x="9658624" y="3921147"/>
            <a:ext cx="842488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ea typeface="+mn-lt"/>
                <a:cs typeface="+mn-lt"/>
                <a:sym typeface="Inter Medium"/>
              </a:rPr>
              <a:t>Yes</a:t>
            </a:r>
            <a:endParaRPr lang="en-US" b="1"/>
          </a:p>
        </p:txBody>
      </p:sp>
      <p:sp>
        <p:nvSpPr>
          <p:cNvPr id="37" name="TextBox 37"/>
          <p:cNvSpPr txBox="1"/>
          <p:nvPr/>
        </p:nvSpPr>
        <p:spPr>
          <a:xfrm>
            <a:off x="5067614" y="4574183"/>
            <a:ext cx="1660227" cy="45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9"/>
              </a:lnSpc>
            </a:pPr>
            <a:r>
              <a:rPr lang="en-US" spc="-46">
                <a:ea typeface="+mn-lt"/>
                <a:cs typeface="+mn-lt"/>
                <a:sym typeface="Inter Medium"/>
              </a:rPr>
              <a:t>Resource upload section</a:t>
            </a:r>
            <a:endParaRPr lang="en-US" spc="-46"/>
          </a:p>
        </p:txBody>
      </p:sp>
      <p:sp>
        <p:nvSpPr>
          <p:cNvPr id="38" name="TextBox 38"/>
          <p:cNvSpPr txBox="1"/>
          <p:nvPr/>
        </p:nvSpPr>
        <p:spPr>
          <a:xfrm>
            <a:off x="5071426" y="5172044"/>
            <a:ext cx="1549827" cy="663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9"/>
              </a:lnSpc>
            </a:pPr>
            <a:r>
              <a:rPr lang="en-US" spc="-46">
                <a:ea typeface="+mn-lt"/>
                <a:cs typeface="+mn-lt"/>
                <a:sym typeface="Inter Medium"/>
              </a:rPr>
              <a:t>Explainable AI + recommendation system</a:t>
            </a:r>
            <a:endParaRPr lang="en-US" sz="2800"/>
          </a:p>
        </p:txBody>
      </p:sp>
      <p:sp>
        <p:nvSpPr>
          <p:cNvPr id="39" name="TextBox 39"/>
          <p:cNvSpPr txBox="1"/>
          <p:nvPr/>
        </p:nvSpPr>
        <p:spPr>
          <a:xfrm>
            <a:off x="9629571" y="5422563"/>
            <a:ext cx="871739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ea typeface="+mn-lt"/>
                <a:cs typeface="+mn-lt"/>
                <a:sym typeface="Inter Medium"/>
              </a:rPr>
              <a:t>Yes</a:t>
            </a:r>
            <a:endParaRPr lang="en-US" b="1"/>
          </a:p>
        </p:txBody>
      </p:sp>
      <p:sp>
        <p:nvSpPr>
          <p:cNvPr id="40" name="TextBox 40"/>
          <p:cNvSpPr txBox="1"/>
          <p:nvPr/>
        </p:nvSpPr>
        <p:spPr>
          <a:xfrm>
            <a:off x="9673001" y="3166609"/>
            <a:ext cx="826868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ea typeface="+mn-lt"/>
                <a:cs typeface="+mn-lt"/>
                <a:sym typeface="Inter Medium"/>
              </a:rPr>
              <a:t>Yes</a:t>
            </a:r>
            <a:endParaRPr lang="en-US" b="1"/>
          </a:p>
        </p:txBody>
      </p:sp>
      <p:sp>
        <p:nvSpPr>
          <p:cNvPr id="41" name="TextBox 41"/>
          <p:cNvSpPr txBox="1"/>
          <p:nvPr/>
        </p:nvSpPr>
        <p:spPr>
          <a:xfrm>
            <a:off x="7490153" y="3137334"/>
            <a:ext cx="791749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ea typeface="+mn-lt"/>
                <a:cs typeface="+mn-lt"/>
                <a:sym typeface="Inter Medium"/>
              </a:rPr>
              <a:t>No</a:t>
            </a:r>
            <a:endParaRPr lang="en-US" b="1"/>
          </a:p>
        </p:txBody>
      </p:sp>
      <p:sp>
        <p:nvSpPr>
          <p:cNvPr id="42" name="TextBox 42"/>
          <p:cNvSpPr txBox="1"/>
          <p:nvPr/>
        </p:nvSpPr>
        <p:spPr>
          <a:xfrm>
            <a:off x="7747689" y="5384502"/>
            <a:ext cx="453798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b="1" spc="-51">
                <a:ea typeface="+mn-lt"/>
                <a:cs typeface="+mn-lt"/>
                <a:sym typeface="Inter Medium"/>
              </a:rPr>
              <a:t>No</a:t>
            </a:r>
            <a:endParaRPr lang="en-US" b="1"/>
          </a:p>
        </p:txBody>
      </p:sp>
      <p:sp>
        <p:nvSpPr>
          <p:cNvPr id="44" name="TextBox 44"/>
          <p:cNvSpPr txBox="1"/>
          <p:nvPr/>
        </p:nvSpPr>
        <p:spPr>
          <a:xfrm>
            <a:off x="7644083" y="2521622"/>
            <a:ext cx="427721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No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697445" y="2522146"/>
            <a:ext cx="614628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ea typeface="+mn-lt"/>
                <a:cs typeface="+mn-lt"/>
                <a:sym typeface="Inter Medium"/>
              </a:rPr>
              <a:t>Yes</a:t>
            </a:r>
            <a:endParaRPr lang="en-US" b="1"/>
          </a:p>
        </p:txBody>
      </p:sp>
      <p:sp>
        <p:nvSpPr>
          <p:cNvPr id="47" name="TextBox 47"/>
          <p:cNvSpPr txBox="1"/>
          <p:nvPr/>
        </p:nvSpPr>
        <p:spPr>
          <a:xfrm>
            <a:off x="7667275" y="4672998"/>
            <a:ext cx="614627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ea typeface="+mn-lt"/>
                <a:cs typeface="+mn-lt"/>
                <a:sym typeface="Inter Medium"/>
              </a:rPr>
              <a:t>Basic</a:t>
            </a:r>
            <a:endParaRPr lang="en-US" b="1"/>
          </a:p>
        </p:txBody>
      </p:sp>
      <p:sp>
        <p:nvSpPr>
          <p:cNvPr id="48" name="TextBox 48"/>
          <p:cNvSpPr txBox="1"/>
          <p:nvPr/>
        </p:nvSpPr>
        <p:spPr>
          <a:xfrm>
            <a:off x="9822873" y="4679025"/>
            <a:ext cx="485233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1" spc="-51">
                <a:ea typeface="+mn-lt"/>
                <a:cs typeface="+mn-lt"/>
                <a:sym typeface="Inter Medium"/>
              </a:rPr>
              <a:t>Yes</a:t>
            </a:r>
            <a:endParaRPr lang="en-US" b="1"/>
          </a:p>
        </p:txBody>
      </p:sp>
      <p:sp>
        <p:nvSpPr>
          <p:cNvPr id="50" name="TextBox 50"/>
          <p:cNvSpPr txBox="1"/>
          <p:nvPr/>
        </p:nvSpPr>
        <p:spPr>
          <a:xfrm>
            <a:off x="5437182" y="6489999"/>
            <a:ext cx="1317637" cy="24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39"/>
              </a:lnSpc>
            </a:pPr>
            <a:r>
              <a:rPr lang="en-US" sz="2000" b="1">
                <a:solidFill>
                  <a:srgbClr val="745FBB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R26-SE-004</a:t>
            </a:r>
          </a:p>
        </p:txBody>
      </p:sp>
      <p:sp>
        <p:nvSpPr>
          <p:cNvPr id="52" name="TextBox 28">
            <a:extLst>
              <a:ext uri="{FF2B5EF4-FFF2-40B4-BE49-F238E27FC236}">
                <a16:creationId xmlns:a16="http://schemas.microsoft.com/office/drawing/2014/main" id="{AD216929-8705-AD5F-2A32-D1B5113FE6CE}"/>
              </a:ext>
            </a:extLst>
          </p:cNvPr>
          <p:cNvSpPr txBox="1"/>
          <p:nvPr/>
        </p:nvSpPr>
        <p:spPr>
          <a:xfrm>
            <a:off x="431799" y="127000"/>
            <a:ext cx="8666737" cy="242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err="1">
                <a:latin typeface="Arial Nova"/>
                <a:ea typeface="Aptos Display" pitchFamily="34" charset="-122"/>
                <a:cs typeface="Aptos Display" pitchFamily="34" charset="-120"/>
              </a:rPr>
              <a:t>Lumora</a:t>
            </a:r>
            <a:r>
              <a:rPr lang="en-US" sz="1200" b="1">
                <a:latin typeface="Arial Nova"/>
                <a:ea typeface="Aptos Display" pitchFamily="34" charset="-122"/>
                <a:cs typeface="Aptos Display" pitchFamily="34" charset="-120"/>
              </a:rPr>
              <a:t> : Adaptive Cognitive Load and Style Prediction System for Online Learning Using Behavioral Patterns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11B1FAC-1D39-FF73-2C2B-1D7514CED3C7}"/>
              </a:ext>
            </a:extLst>
          </p:cNvPr>
          <p:cNvCxnSpPr/>
          <p:nvPr/>
        </p:nvCxnSpPr>
        <p:spPr>
          <a:xfrm>
            <a:off x="304800" y="332500"/>
            <a:ext cx="115824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6ADB6DD2-3E51-896E-A366-491DDF2572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5" y="6448036"/>
            <a:ext cx="1841757" cy="355649"/>
          </a:xfrm>
          <a:prstGeom prst="rect">
            <a:avLst/>
          </a:prstGeom>
        </p:spPr>
      </p:pic>
      <p:sp>
        <p:nvSpPr>
          <p:cNvPr id="2" name="TextBox 26">
            <a:extLst>
              <a:ext uri="{FF2B5EF4-FFF2-40B4-BE49-F238E27FC236}">
                <a16:creationId xmlns:a16="http://schemas.microsoft.com/office/drawing/2014/main" id="{EF3CBABF-DA1A-AA3F-0DD3-AD8AAA79F5EC}"/>
              </a:ext>
            </a:extLst>
          </p:cNvPr>
          <p:cNvSpPr txBox="1"/>
          <p:nvPr/>
        </p:nvSpPr>
        <p:spPr>
          <a:xfrm>
            <a:off x="4981478" y="1678180"/>
            <a:ext cx="1494117" cy="423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9"/>
              </a:lnSpc>
            </a:pPr>
            <a:r>
              <a:rPr lang="en-US" spc="-48">
                <a:ea typeface="+mn-lt"/>
                <a:cs typeface="+mn-lt"/>
                <a:sym typeface="Inter Semi-Bold"/>
              </a:rPr>
              <a:t>Feature / Component</a:t>
            </a:r>
            <a:endParaRPr lang="en-US" sz="28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6D27C0-B458-E7AB-13D1-C65DB29A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C771A7-D047-9663-84AD-EA1E6BD6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D2D93-39E8-1250-83AE-68C094C3E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22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744F69-821C-D4D8-91FA-DE60410D46CB}"/>
              </a:ext>
            </a:extLst>
          </p:cNvPr>
          <p:cNvSpPr txBox="1"/>
          <p:nvPr/>
        </p:nvSpPr>
        <p:spPr>
          <a:xfrm>
            <a:off x="121920" y="0"/>
            <a:ext cx="509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n>
                  <a:solidFill>
                    <a:sysClr val="windowText" lastClr="000000"/>
                  </a:solidFill>
                </a:ln>
              </a:rPr>
              <a:t>User Testing</a:t>
            </a:r>
          </a:p>
        </p:txBody>
      </p:sp>
    </p:spTree>
    <p:extLst>
      <p:ext uri="{BB962C8B-B14F-4D97-AF65-F5344CB8AC3E}">
        <p14:creationId xmlns:p14="http://schemas.microsoft.com/office/powerpoint/2010/main" val="27019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7799548-02F8-E546-5A13-AACCF0DB8D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7520" y="-152400"/>
            <a:ext cx="12242800" cy="8172896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28563" y="699206"/>
            <a:ext cx="988964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/>
              <a:t>Cognitive Style and Learner Profile Detection</a:t>
            </a:r>
          </a:p>
        </p:txBody>
      </p:sp>
      <p:sp>
        <p:nvSpPr>
          <p:cNvPr id="35" name="TextBox 28">
            <a:extLst>
              <a:ext uri="{FF2B5EF4-FFF2-40B4-BE49-F238E27FC236}">
                <a16:creationId xmlns:a16="http://schemas.microsoft.com/office/drawing/2014/main" id="{29500B60-B6D1-7431-AAD3-32457D82C88F}"/>
              </a:ext>
            </a:extLst>
          </p:cNvPr>
          <p:cNvSpPr txBox="1"/>
          <p:nvPr/>
        </p:nvSpPr>
        <p:spPr>
          <a:xfrm>
            <a:off x="431799" y="127000"/>
            <a:ext cx="8544249" cy="242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err="1">
                <a:latin typeface="Arial Nova"/>
                <a:ea typeface="Aptos Display" pitchFamily="34" charset="-122"/>
                <a:cs typeface="Aptos Display" pitchFamily="34" charset="-120"/>
              </a:rPr>
              <a:t>Lumora</a:t>
            </a:r>
            <a:r>
              <a:rPr lang="en-US" sz="1200" b="1">
                <a:latin typeface="Arial Nova"/>
                <a:ea typeface="Aptos Display" pitchFamily="34" charset="-122"/>
                <a:cs typeface="Aptos Display" pitchFamily="34" charset="-120"/>
              </a:rPr>
              <a:t> : Adaptive Cognitive Load and Style Prediction System for Online Learning Using Behavioral Patterns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95E5DF-0278-3E95-32E6-D7A5005A2E1F}"/>
              </a:ext>
            </a:extLst>
          </p:cNvPr>
          <p:cNvCxnSpPr/>
          <p:nvPr/>
        </p:nvCxnSpPr>
        <p:spPr>
          <a:xfrm>
            <a:off x="304800" y="419586"/>
            <a:ext cx="115824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3447603-3C12-9CFB-960D-7F7DC0C23FEC}"/>
              </a:ext>
            </a:extLst>
          </p:cNvPr>
          <p:cNvSpPr/>
          <p:nvPr/>
        </p:nvSpPr>
        <p:spPr>
          <a:xfrm>
            <a:off x="4085124" y="6529211"/>
            <a:ext cx="5176229" cy="3287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IT22281364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 |  </a:t>
            </a:r>
            <a:r>
              <a:rPr lang="en-US" sz="1600" b="1" spc="-61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Imesh</a:t>
            </a:r>
            <a:r>
              <a:rPr lang="en-US" sz="1600" b="1" spc="-6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 L A R 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|   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R26-SE-004</a:t>
            </a:r>
          </a:p>
          <a:p>
            <a:endParaRPr lang="en-US" sz="16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17C8094-5D1C-6307-3BB2-5936685B8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" y="6448036"/>
            <a:ext cx="1841757" cy="355649"/>
          </a:xfrm>
          <a:prstGeom prst="rect">
            <a:avLst/>
          </a:prstGeom>
        </p:spPr>
      </p:pic>
      <p:pic>
        <p:nvPicPr>
          <p:cNvPr id="37" name="Picture 36" descr="A person with a beard and mustache wearing a suit&#10;&#10;AI-generated content may be incorrect.">
            <a:extLst>
              <a:ext uri="{FF2B5EF4-FFF2-40B4-BE49-F238E27FC236}">
                <a16:creationId xmlns:a16="http://schemas.microsoft.com/office/drawing/2014/main" id="{B26A801B-B8B5-3A07-40B1-C57778B55F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91" t="1340" r="7386" b="17621"/>
          <a:stretch>
            <a:fillRect/>
          </a:stretch>
        </p:blipFill>
        <p:spPr>
          <a:xfrm>
            <a:off x="10402914" y="564680"/>
            <a:ext cx="1485810" cy="1870064"/>
          </a:xfrm>
          <a:prstGeom prst="rect">
            <a:avLst/>
          </a:prstGeom>
        </p:spPr>
      </p:pic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104F1956-CE73-2E87-5353-E966A6FF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E6D223-8959-FEC5-2C0F-D872066EF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645" y="1409065"/>
            <a:ext cx="7499350" cy="1266190"/>
          </a:xfrm>
          <a:prstGeom prst="rect">
            <a:avLst/>
          </a:prstGeom>
        </p:spPr>
      </p:pic>
      <p:sp>
        <p:nvSpPr>
          <p:cNvPr id="44" name="TextBox 22">
            <a:extLst>
              <a:ext uri="{FF2B5EF4-FFF2-40B4-BE49-F238E27FC236}">
                <a16:creationId xmlns:a16="http://schemas.microsoft.com/office/drawing/2014/main" id="{17DF5191-8F94-ABD4-6B05-F0A6055D4048}"/>
              </a:ext>
            </a:extLst>
          </p:cNvPr>
          <p:cNvSpPr txBox="1"/>
          <p:nvPr/>
        </p:nvSpPr>
        <p:spPr>
          <a:xfrm>
            <a:off x="4612997" y="1563855"/>
            <a:ext cx="2492223" cy="304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b="1" spc="-36">
                <a:solidFill>
                  <a:srgbClr val="5F4F97"/>
                </a:solidFill>
                <a:latin typeface="Aptos"/>
              </a:rPr>
              <a:t>Learner Profile Detection</a:t>
            </a:r>
            <a:endParaRPr lang="en-US" b="1" spc="-36">
              <a:solidFill>
                <a:srgbClr val="5F4F97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542249" y="1877390"/>
            <a:ext cx="6892244" cy="557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pc="-32">
                <a:ea typeface="+mn-lt"/>
                <a:cs typeface="+mn-lt"/>
                <a:sym typeface="Inter Medium"/>
              </a:rPr>
              <a:t>Uses the ASSIST questionnaire to categorize learners into Surface, Deep, and Strategic learners.</a:t>
            </a:r>
            <a:endParaRPr lang="en-US"/>
          </a:p>
        </p:txBody>
      </p:sp>
      <p:pic>
        <p:nvPicPr>
          <p:cNvPr id="33" name="Picture 32" descr="A white rectangular object with a blue border&#10;&#10;AI-generated content may be incorrect.">
            <a:extLst>
              <a:ext uri="{FF2B5EF4-FFF2-40B4-BE49-F238E27FC236}">
                <a16:creationId xmlns:a16="http://schemas.microsoft.com/office/drawing/2014/main" id="{79F149AD-8B44-EFCB-3516-BD4E1DA05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644" y="3126105"/>
            <a:ext cx="7499350" cy="1296670"/>
          </a:xfrm>
          <a:prstGeom prst="rect">
            <a:avLst/>
          </a:prstGeom>
        </p:spPr>
      </p:pic>
      <p:sp>
        <p:nvSpPr>
          <p:cNvPr id="2" name="TextBox 22">
            <a:extLst>
              <a:ext uri="{FF2B5EF4-FFF2-40B4-BE49-F238E27FC236}">
                <a16:creationId xmlns:a16="http://schemas.microsoft.com/office/drawing/2014/main" id="{66DB70A6-D9C6-E4A6-E874-B17FB5B8E5B4}"/>
              </a:ext>
            </a:extLst>
          </p:cNvPr>
          <p:cNvSpPr txBox="1"/>
          <p:nvPr/>
        </p:nvSpPr>
        <p:spPr>
          <a:xfrm>
            <a:off x="4149452" y="3400472"/>
            <a:ext cx="3884143" cy="304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b="1" spc="-36">
                <a:solidFill>
                  <a:srgbClr val="5F4F97"/>
                </a:solidFill>
              </a:rPr>
              <a:t>Visual Verbal Cognitive Style Detection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39562" y="3762238"/>
            <a:ext cx="6907579" cy="557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pc="-32">
                <a:latin typeface="Aptos"/>
                <a:ea typeface="Inter Medium"/>
                <a:cs typeface="Inter Medium"/>
                <a:sym typeface="Inter Medium"/>
              </a:rPr>
              <a:t>Uses an SVM model to classify learners into Visual or Verbal cognitive styles.</a:t>
            </a:r>
            <a:endParaRPr lang="en-US" spc="-32">
              <a:latin typeface="Aptos"/>
              <a:ea typeface="Inter Medium"/>
              <a:cs typeface="Inter Medium"/>
            </a:endParaRPr>
          </a:p>
        </p:txBody>
      </p:sp>
      <p:pic>
        <p:nvPicPr>
          <p:cNvPr id="34" name="Picture 33" descr="A white rectangular object with a blue border&#10;&#10;AI-generated content may be incorrect.">
            <a:extLst>
              <a:ext uri="{FF2B5EF4-FFF2-40B4-BE49-F238E27FC236}">
                <a16:creationId xmlns:a16="http://schemas.microsoft.com/office/drawing/2014/main" id="{5F0345EC-3464-95F6-A0F3-90A9CF2F0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643" y="4843145"/>
            <a:ext cx="7499350" cy="122555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783692" y="4965113"/>
            <a:ext cx="4615663" cy="304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b="1" spc="-36">
                <a:solidFill>
                  <a:srgbClr val="5F4F97"/>
                </a:solidFill>
              </a:rPr>
              <a:t>Analytic Wholistic Cognitive Style Detection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42661" y="5372430"/>
            <a:ext cx="7004479" cy="557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pc="-32">
                <a:ea typeface="+mn-lt"/>
                <a:cs typeface="+mn-lt"/>
                <a:sym typeface="Inter Medium"/>
              </a:rPr>
              <a:t>Uses the AHS questionnaire to categorize learners into Analytic or Wholistic styles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0" y="-1005840"/>
            <a:ext cx="2194560" cy="2057400"/>
          </a:xfrm>
          <a:prstGeom prst="arc">
            <a:avLst/>
          </a:prstGeom>
          <a:solidFill>
            <a:srgbClr val="E8DDFC"/>
          </a:solidFill>
          <a:ln w="12700">
            <a:solidFill>
              <a:srgbClr val="E8DD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0800000">
            <a:off x="11032236" y="-1005840"/>
            <a:ext cx="1764792" cy="2057400"/>
          </a:xfrm>
          <a:prstGeom prst="arc">
            <a:avLst/>
          </a:prstGeom>
          <a:solidFill>
            <a:srgbClr val="D7C3FA"/>
          </a:solidFill>
          <a:ln w="12700">
            <a:solidFill>
              <a:srgbClr val="D7C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" y="640080"/>
            <a:ext cx="640080" cy="640080"/>
          </a:xfrm>
          <a:prstGeom prst="ellipse">
            <a:avLst/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6404" y="7635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>
                <a:solidFill>
                  <a:srgbClr val="765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▥</a:t>
            </a:r>
            <a:endParaRPr lang="en-US" sz="2300"/>
          </a:p>
        </p:txBody>
      </p:sp>
      <p:sp>
        <p:nvSpPr>
          <p:cNvPr id="6" name="Text 4"/>
          <p:cNvSpPr/>
          <p:nvPr/>
        </p:nvSpPr>
        <p:spPr>
          <a:xfrm>
            <a:off x="1600200" y="56692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Results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1609344" y="11430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Load Prediction: User Acceptance Testing and Model Performance</a:t>
            </a:r>
            <a:endParaRPr lang="en-US" b="1"/>
          </a:p>
        </p:txBody>
      </p:sp>
      <p:sp>
        <p:nvSpPr>
          <p:cNvPr id="8" name="Shape 6"/>
          <p:cNvSpPr/>
          <p:nvPr/>
        </p:nvSpPr>
        <p:spPr>
          <a:xfrm>
            <a:off x="960120" y="1572768"/>
            <a:ext cx="10561320" cy="0"/>
          </a:xfrm>
          <a:prstGeom prst="line">
            <a:avLst/>
          </a:prstGeom>
          <a:noFill/>
          <a:ln w="13970">
            <a:solidFill>
              <a:srgbClr val="E4DA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728216"/>
            <a:ext cx="5715000" cy="4005072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D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1847088"/>
            <a:ext cx="5449824" cy="521208"/>
          </a:xfrm>
          <a:prstGeom prst="roundRect">
            <a:avLst>
              <a:gd name="adj" fmla="val 28070"/>
            </a:avLst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1965961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 - User acceptance testing</a:t>
            </a:r>
            <a:endParaRPr lang="en-US" sz="1900"/>
          </a:p>
        </p:txBody>
      </p:sp>
      <p:sp>
        <p:nvSpPr>
          <p:cNvPr id="14" name="Shape 12"/>
          <p:cNvSpPr/>
          <p:nvPr/>
        </p:nvSpPr>
        <p:spPr>
          <a:xfrm>
            <a:off x="6199632" y="1728216"/>
            <a:ext cx="5715000" cy="4005072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D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27648" y="1847088"/>
            <a:ext cx="5449824" cy="521208"/>
          </a:xfrm>
          <a:prstGeom prst="roundRect">
            <a:avLst>
              <a:gd name="adj" fmla="val 28070"/>
            </a:avLst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22592" y="198607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- Model performance</a:t>
            </a:r>
            <a:endParaRPr lang="en-US" sz="1900"/>
          </a:p>
        </p:txBody>
      </p:sp>
      <p:sp>
        <p:nvSpPr>
          <p:cNvPr id="19" name="Text 17"/>
          <p:cNvSpPr/>
          <p:nvPr/>
        </p:nvSpPr>
        <p:spPr>
          <a:xfrm>
            <a:off x="758952" y="2487168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feedback submissions rated 3 aspects of the cognitive Style experience on a 1–5 scale.</a:t>
            </a:r>
            <a:endParaRPr lang="en-US" sz="1400" b="1"/>
          </a:p>
        </p:txBody>
      </p:sp>
      <p:sp>
        <p:nvSpPr>
          <p:cNvPr id="20" name="Text 18"/>
          <p:cNvSpPr/>
          <p:nvPr/>
        </p:nvSpPr>
        <p:spPr>
          <a:xfrm>
            <a:off x="6720840" y="2487168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comparison across four candidate machine-learning models.</a:t>
            </a:r>
            <a:endParaRPr lang="en-US" sz="1400" b="1"/>
          </a:p>
        </p:txBody>
      </p:sp>
      <p:sp>
        <p:nvSpPr>
          <p:cNvPr id="21" name="Shape 19"/>
          <p:cNvSpPr/>
          <p:nvPr/>
        </p:nvSpPr>
        <p:spPr>
          <a:xfrm>
            <a:off x="841248" y="4855464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496" y="474573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841248" y="4520794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" y="441106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841248" y="4186123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" y="4076395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841248" y="3851453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" y="3741725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841248" y="3516782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9496" y="3407054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841248" y="3182112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9496" y="3072384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1435608" y="3607143"/>
            <a:ext cx="658368" cy="1248321"/>
          </a:xfrm>
          <a:prstGeom prst="rect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71600" y="3351111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3.97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1005840" y="49377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Style Match</a:t>
            </a:r>
            <a:endParaRPr lang="en-US" sz="1050" b="1"/>
          </a:p>
        </p:txBody>
      </p:sp>
      <p:sp>
        <p:nvSpPr>
          <p:cNvPr id="36" name="Shape 34"/>
          <p:cNvSpPr/>
          <p:nvPr/>
        </p:nvSpPr>
        <p:spPr>
          <a:xfrm>
            <a:off x="2971800" y="3570330"/>
            <a:ext cx="658368" cy="1285134"/>
          </a:xfrm>
          <a:prstGeom prst="rect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07792" y="331429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3.59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2542032" y="49377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Profile Match</a:t>
            </a:r>
            <a:endParaRPr lang="en-US" sz="1050" b="1"/>
          </a:p>
        </p:txBody>
      </p:sp>
      <p:sp>
        <p:nvSpPr>
          <p:cNvPr id="39" name="Shape 37"/>
          <p:cNvSpPr/>
          <p:nvPr/>
        </p:nvSpPr>
        <p:spPr>
          <a:xfrm>
            <a:off x="4507992" y="3570330"/>
            <a:ext cx="658368" cy="1285134"/>
          </a:xfrm>
          <a:prstGeom prst="rect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43984" y="331429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3.86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4078224" y="49377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Presentation</a:t>
            </a:r>
            <a:endParaRPr lang="en-US" sz="1050" b="1"/>
          </a:p>
        </p:txBody>
      </p:sp>
      <p:sp>
        <p:nvSpPr>
          <p:cNvPr id="42" name="Shape 40"/>
          <p:cNvSpPr/>
          <p:nvPr/>
        </p:nvSpPr>
        <p:spPr>
          <a:xfrm>
            <a:off x="6739128" y="4855464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74573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6739128" y="4520794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37376" y="441106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6739128" y="4186123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37376" y="4076395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6739128" y="3851453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37376" y="3741725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6739128" y="3516782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37376" y="3407054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6739128" y="3182112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37376" y="3072384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7004304" y="3847438"/>
            <a:ext cx="640080" cy="1008026"/>
          </a:xfrm>
          <a:prstGeom prst="rect">
            <a:avLst/>
          </a:prstGeom>
          <a:solidFill>
            <a:srgbClr val="BAB2D1"/>
          </a:solidFill>
          <a:ln w="12700">
            <a:solidFill>
              <a:srgbClr val="BAB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48856" y="3480127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60.0%</a:t>
            </a:r>
            <a:endParaRPr lang="en-US" sz="1100"/>
          </a:p>
        </p:txBody>
      </p:sp>
      <p:sp>
        <p:nvSpPr>
          <p:cNvPr id="56" name="Text 54"/>
          <p:cNvSpPr/>
          <p:nvPr/>
        </p:nvSpPr>
        <p:spPr>
          <a:xfrm>
            <a:off x="6793992" y="492861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050" b="1"/>
          </a:p>
        </p:txBody>
      </p:sp>
      <p:sp>
        <p:nvSpPr>
          <p:cNvPr id="57" name="Shape 55"/>
          <p:cNvSpPr/>
          <p:nvPr/>
        </p:nvSpPr>
        <p:spPr>
          <a:xfrm>
            <a:off x="8129016" y="3750869"/>
            <a:ext cx="640080" cy="1104595"/>
          </a:xfrm>
          <a:prstGeom prst="rect">
            <a:avLst/>
          </a:prstGeom>
          <a:solidFill>
            <a:srgbClr val="BAB2D1"/>
          </a:solidFill>
          <a:ln w="12700">
            <a:solidFill>
              <a:srgbClr val="BAB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973568" y="343083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65.3%</a:t>
            </a:r>
            <a:endParaRPr lang="en-US" sz="1100"/>
          </a:p>
        </p:txBody>
      </p:sp>
      <p:sp>
        <p:nvSpPr>
          <p:cNvPr id="59" name="Text 57"/>
          <p:cNvSpPr/>
          <p:nvPr/>
        </p:nvSpPr>
        <p:spPr>
          <a:xfrm>
            <a:off x="7918704" y="492861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50" b="1"/>
          </a:p>
        </p:txBody>
      </p:sp>
      <p:sp>
        <p:nvSpPr>
          <p:cNvPr id="60" name="Shape 58"/>
          <p:cNvSpPr/>
          <p:nvPr/>
        </p:nvSpPr>
        <p:spPr>
          <a:xfrm>
            <a:off x="10436352" y="3589934"/>
            <a:ext cx="640080" cy="1261514"/>
          </a:xfrm>
          <a:prstGeom prst="rect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098280" y="3268782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72.5%</a:t>
            </a:r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9043416" y="492861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lang="en-US" sz="1050" b="1"/>
          </a:p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</a:t>
            </a:r>
            <a:endParaRPr lang="en-US" sz="1050" b="1"/>
          </a:p>
        </p:txBody>
      </p:sp>
      <p:sp>
        <p:nvSpPr>
          <p:cNvPr id="63" name="Shape 61"/>
          <p:cNvSpPr/>
          <p:nvPr/>
        </p:nvSpPr>
        <p:spPr>
          <a:xfrm>
            <a:off x="9244584" y="3708727"/>
            <a:ext cx="640080" cy="1146738"/>
          </a:xfrm>
          <a:prstGeom prst="rect">
            <a:avLst/>
          </a:prstGeom>
          <a:solidFill>
            <a:srgbClr val="BAB2D1"/>
          </a:solidFill>
          <a:ln w="12700">
            <a:solidFill>
              <a:srgbClr val="BAB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222992" y="3255265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77.5%</a:t>
            </a:r>
            <a:endParaRPr lang="en-US" sz="1100"/>
          </a:p>
        </p:txBody>
      </p:sp>
      <p:sp>
        <p:nvSpPr>
          <p:cNvPr id="65" name="Text 63"/>
          <p:cNvSpPr/>
          <p:nvPr/>
        </p:nvSpPr>
        <p:spPr>
          <a:xfrm>
            <a:off x="10168128" y="492861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Vector Machine</a:t>
            </a:r>
            <a:endParaRPr lang="en-US" sz="1050" b="1"/>
          </a:p>
        </p:txBody>
      </p:sp>
      <p:sp>
        <p:nvSpPr>
          <p:cNvPr id="66" name="Shape 64"/>
          <p:cNvSpPr/>
          <p:nvPr/>
        </p:nvSpPr>
        <p:spPr>
          <a:xfrm>
            <a:off x="274320" y="5824728"/>
            <a:ext cx="5687568" cy="667512"/>
          </a:xfrm>
          <a:prstGeom prst="roundRect">
            <a:avLst>
              <a:gd name="adj" fmla="val 19178"/>
            </a:avLst>
          </a:prstGeom>
          <a:solidFill>
            <a:srgbClr val="EEE7FC"/>
          </a:solidFill>
          <a:ln w="12700">
            <a:solidFill>
              <a:srgbClr val="EEE7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08776" y="5824728"/>
            <a:ext cx="5687568" cy="667512"/>
          </a:xfrm>
          <a:prstGeom prst="roundRect">
            <a:avLst>
              <a:gd name="adj" fmla="val 19178"/>
            </a:avLst>
          </a:prstGeom>
          <a:solidFill>
            <a:srgbClr val="EEE7FC"/>
          </a:solidFill>
          <a:ln w="12700">
            <a:solidFill>
              <a:srgbClr val="EEE7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02920" y="5961888"/>
            <a:ext cx="356616" cy="356616"/>
          </a:xfrm>
          <a:prstGeom prst="ellipse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12368" y="6062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/>
          </a:p>
        </p:txBody>
      </p:sp>
      <p:sp>
        <p:nvSpPr>
          <p:cNvPr id="70" name="Text 68"/>
          <p:cNvSpPr/>
          <p:nvPr/>
        </p:nvSpPr>
        <p:spPr>
          <a:xfrm>
            <a:off x="968984" y="6046695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UAT ratings: 75.7% · 67.6% · 70.3%</a:t>
            </a:r>
            <a:endParaRPr lang="en-US" sz="1500"/>
          </a:p>
        </p:txBody>
      </p:sp>
      <p:sp>
        <p:nvSpPr>
          <p:cNvPr id="72" name="Shape 70"/>
          <p:cNvSpPr/>
          <p:nvPr/>
        </p:nvSpPr>
        <p:spPr>
          <a:xfrm>
            <a:off x="6428232" y="5961888"/>
            <a:ext cx="356616" cy="356616"/>
          </a:xfrm>
          <a:prstGeom prst="ellipse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556248" y="607224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/>
          </a:p>
        </p:txBody>
      </p:sp>
      <p:sp>
        <p:nvSpPr>
          <p:cNvPr id="74" name="Text 72"/>
          <p:cNvSpPr/>
          <p:nvPr/>
        </p:nvSpPr>
        <p:spPr>
          <a:xfrm>
            <a:off x="6912864" y="601975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Vector Machine: </a:t>
            </a:r>
            <a:r>
              <a:rPr lang="en-US" sz="1600" b="1" dirty="0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77.5% accuracy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6670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329224" y="523501"/>
            <a:ext cx="9971772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73D"/>
                </a:solidFill>
                <a:latin typeface="Aptos"/>
              </a:defRPr>
            </a:pPr>
            <a:r>
              <a:rPr lang="en-US" sz="4400"/>
              <a:t>Real-Time Cognitive Load Prediction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6640" y="1218010"/>
            <a:ext cx="8683069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/>
              <a:t>Monitors learners' video interaction patterns to predict cognitive load levels and support timely learning adaptation.</a:t>
            </a: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8CAD2427-940D-D0C2-CDC0-70179F4BB9C9}"/>
              </a:ext>
            </a:extLst>
          </p:cNvPr>
          <p:cNvSpPr txBox="1"/>
          <p:nvPr/>
        </p:nvSpPr>
        <p:spPr>
          <a:xfrm>
            <a:off x="426640" y="48629"/>
            <a:ext cx="8253015" cy="242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err="1">
                <a:latin typeface="Arial Nova"/>
                <a:ea typeface="Aptos Display" pitchFamily="34" charset="-122"/>
                <a:cs typeface="Aptos Display" pitchFamily="34" charset="-120"/>
              </a:rPr>
              <a:t>Lumora</a:t>
            </a:r>
            <a:r>
              <a:rPr lang="en-US" sz="1200" b="1">
                <a:latin typeface="Arial Nova"/>
                <a:ea typeface="Aptos Display" pitchFamily="34" charset="-122"/>
                <a:cs typeface="Aptos Display" pitchFamily="34" charset="-120"/>
              </a:rPr>
              <a:t> : Adaptive Cognitive Load and Style Prediction System for Online Learning Using Behavioral Patterns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493537B-7E55-B7BD-5117-A26E6A8901DB}"/>
              </a:ext>
            </a:extLst>
          </p:cNvPr>
          <p:cNvCxnSpPr/>
          <p:nvPr/>
        </p:nvCxnSpPr>
        <p:spPr>
          <a:xfrm>
            <a:off x="304800" y="332500"/>
            <a:ext cx="115824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C5D58CF-F1E4-C9BF-CE50-618F3E63237A}"/>
              </a:ext>
            </a:extLst>
          </p:cNvPr>
          <p:cNvSpPr/>
          <p:nvPr/>
        </p:nvSpPr>
        <p:spPr>
          <a:xfrm>
            <a:off x="3983524" y="6562112"/>
            <a:ext cx="4478919" cy="2370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IT22089786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 | </a:t>
            </a:r>
            <a:r>
              <a:rPr lang="it-IT" sz="1600" b="1" spc="-6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Subasinghe M.H.R.I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| 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R26-SE-004</a:t>
            </a:r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00E6470-0941-83BB-A010-59840A47D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" y="6448036"/>
            <a:ext cx="1841757" cy="3556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C73E25-E1FA-B142-469C-5542F5880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971" y="505500"/>
            <a:ext cx="1681832" cy="1681832"/>
          </a:xfrm>
          <a:prstGeom prst="rect">
            <a:avLst/>
          </a:prstGeom>
        </p:spPr>
      </p:pic>
      <p:sp>
        <p:nvSpPr>
          <p:cNvPr id="17" name="Freeform 4">
            <a:extLst>
              <a:ext uri="{FF2B5EF4-FFF2-40B4-BE49-F238E27FC236}">
                <a16:creationId xmlns:a16="http://schemas.microsoft.com/office/drawing/2014/main" id="{E93EC1BB-FEAD-4972-E258-0ADE5F12FFC0}"/>
              </a:ext>
            </a:extLst>
          </p:cNvPr>
          <p:cNvSpPr/>
          <p:nvPr/>
        </p:nvSpPr>
        <p:spPr>
          <a:xfrm>
            <a:off x="426640" y="3687294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ED3BC8D9-0147-6F04-45FA-B674EA4B86A9}"/>
              </a:ext>
            </a:extLst>
          </p:cNvPr>
          <p:cNvSpPr/>
          <p:nvPr/>
        </p:nvSpPr>
        <p:spPr>
          <a:xfrm>
            <a:off x="6092420" y="3687294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5C07D1A4-55E6-AFB1-FD5B-48E07CE31824}"/>
              </a:ext>
            </a:extLst>
          </p:cNvPr>
          <p:cNvSpPr/>
          <p:nvPr/>
        </p:nvSpPr>
        <p:spPr>
          <a:xfrm>
            <a:off x="426640" y="4969981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5" name="Freeform 7">
            <a:extLst>
              <a:ext uri="{FF2B5EF4-FFF2-40B4-BE49-F238E27FC236}">
                <a16:creationId xmlns:a16="http://schemas.microsoft.com/office/drawing/2014/main" id="{5FC6A4B1-D803-BBD7-F9DE-7E2BED5F8C46}"/>
              </a:ext>
            </a:extLst>
          </p:cNvPr>
          <p:cNvSpPr/>
          <p:nvPr/>
        </p:nvSpPr>
        <p:spPr>
          <a:xfrm>
            <a:off x="6092420" y="4969981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32C32CD4-1FC9-56E1-C2F0-65E460CB6480}"/>
              </a:ext>
            </a:extLst>
          </p:cNvPr>
          <p:cNvSpPr txBox="1"/>
          <p:nvPr/>
        </p:nvSpPr>
        <p:spPr>
          <a:xfrm>
            <a:off x="796507" y="3963208"/>
            <a:ext cx="2144363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Behavioral </a:t>
            </a: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  <a:sym typeface="Inter Semi-Bold"/>
              </a:rPr>
              <a:t>Tracking</a:t>
            </a:r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A021215C-266D-4E08-5F04-EFD5DAB7F146}"/>
              </a:ext>
            </a:extLst>
          </p:cNvPr>
          <p:cNvSpPr txBox="1"/>
          <p:nvPr/>
        </p:nvSpPr>
        <p:spPr>
          <a:xfrm>
            <a:off x="789257" y="4294493"/>
            <a:ext cx="382581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/>
              <a:t>Captures pauses, rewatches, forward skips, playback speed changes and idle time.</a:t>
            </a:r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67FA3316-722A-3FE1-1764-4BA65B77AFB8}"/>
              </a:ext>
            </a:extLst>
          </p:cNvPr>
          <p:cNvSpPr txBox="1"/>
          <p:nvPr/>
        </p:nvSpPr>
        <p:spPr>
          <a:xfrm>
            <a:off x="6505694" y="3948491"/>
            <a:ext cx="253889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</a:rPr>
              <a:t>Feature</a:t>
            </a:r>
            <a:r>
              <a:rPr lang="en-US" sz="2000" b="1"/>
              <a:t> </a:t>
            </a: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</a:rPr>
              <a:t>Extraction</a:t>
            </a:r>
            <a:endParaRPr lang="en-US" sz="1805" b="1" spc="-36">
              <a:solidFill>
                <a:srgbClr val="5F4F97"/>
              </a:solidFill>
              <a:latin typeface="Aptos" panose="020B0004020202020204" pitchFamily="34" charset="0"/>
              <a:sym typeface="Inter Semi-Bold"/>
            </a:endParaRPr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6B3C7718-A6CC-3EF8-4AA6-A4926E0CD41C}"/>
              </a:ext>
            </a:extLst>
          </p:cNvPr>
          <p:cNvSpPr txBox="1"/>
          <p:nvPr/>
        </p:nvSpPr>
        <p:spPr>
          <a:xfrm>
            <a:off x="6498382" y="4264372"/>
            <a:ext cx="4032299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/>
              <a:t>Extracts six behavioral features from non-overlapping two-minute learning windows.</a:t>
            </a:r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330ED64C-4851-EA12-E5ED-6234D616CB78}"/>
              </a:ext>
            </a:extLst>
          </p:cNvPr>
          <p:cNvSpPr txBox="1"/>
          <p:nvPr/>
        </p:nvSpPr>
        <p:spPr>
          <a:xfrm>
            <a:off x="791148" y="5559604"/>
            <a:ext cx="42624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/>
              <a:t>Uses Random Forest to predict five cognitive load levels from learner behavior.</a:t>
            </a:r>
          </a:p>
        </p:txBody>
      </p:sp>
      <p:sp>
        <p:nvSpPr>
          <p:cNvPr id="57" name="TextBox 26">
            <a:extLst>
              <a:ext uri="{FF2B5EF4-FFF2-40B4-BE49-F238E27FC236}">
                <a16:creationId xmlns:a16="http://schemas.microsoft.com/office/drawing/2014/main" id="{B69764CC-195F-82C8-D83D-7D38F2689404}"/>
              </a:ext>
            </a:extLst>
          </p:cNvPr>
          <p:cNvSpPr txBox="1"/>
          <p:nvPr/>
        </p:nvSpPr>
        <p:spPr>
          <a:xfrm>
            <a:off x="6505694" y="5228319"/>
            <a:ext cx="2725718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Adaptive Learning Support</a:t>
            </a:r>
          </a:p>
        </p:txBody>
      </p:sp>
      <p:sp>
        <p:nvSpPr>
          <p:cNvPr id="59" name="TextBox 27">
            <a:extLst>
              <a:ext uri="{FF2B5EF4-FFF2-40B4-BE49-F238E27FC236}">
                <a16:creationId xmlns:a16="http://schemas.microsoft.com/office/drawing/2014/main" id="{B7973BA2-946F-8452-CD5A-225314F16AD8}"/>
              </a:ext>
            </a:extLst>
          </p:cNvPr>
          <p:cNvSpPr txBox="1"/>
          <p:nvPr/>
        </p:nvSpPr>
        <p:spPr>
          <a:xfrm>
            <a:off x="6503081" y="5559604"/>
            <a:ext cx="513794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/>
              <a:t>Provides cognitive load predictions for personalized learning and adaptive assessments.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C6804BEB-DDB4-05D3-6163-F3E3F968EB18}"/>
              </a:ext>
            </a:extLst>
          </p:cNvPr>
          <p:cNvSpPr txBox="1"/>
          <p:nvPr/>
        </p:nvSpPr>
        <p:spPr>
          <a:xfrm>
            <a:off x="789257" y="5215589"/>
            <a:ext cx="291894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</a:rPr>
              <a:t>Load Classification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8E27836-3029-9263-2B57-60852823EE6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5889" b="17516"/>
          <a:stretch>
            <a:fillRect/>
          </a:stretch>
        </p:blipFill>
        <p:spPr>
          <a:xfrm>
            <a:off x="1872826" y="1751749"/>
            <a:ext cx="8700314" cy="1678925"/>
          </a:xfrm>
          <a:prstGeom prst="rect">
            <a:avLst/>
          </a:prstGeom>
        </p:spPr>
      </p:pic>
      <p:sp>
        <p:nvSpPr>
          <p:cNvPr id="64" name="Slide Number Placeholder 63">
            <a:extLst>
              <a:ext uri="{FF2B5EF4-FFF2-40B4-BE49-F238E27FC236}">
                <a16:creationId xmlns:a16="http://schemas.microsoft.com/office/drawing/2014/main" id="{4CCC24D6-3964-20B8-CF75-50AF91DA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0" y="-1005840"/>
            <a:ext cx="2194560" cy="2057400"/>
          </a:xfrm>
          <a:prstGeom prst="arc">
            <a:avLst/>
          </a:prstGeom>
          <a:solidFill>
            <a:srgbClr val="E8DDFC"/>
          </a:solidFill>
          <a:ln w="12700">
            <a:solidFill>
              <a:srgbClr val="E8DD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0800000">
            <a:off x="11032236" y="-1005840"/>
            <a:ext cx="1764792" cy="2057400"/>
          </a:xfrm>
          <a:prstGeom prst="arc">
            <a:avLst/>
          </a:prstGeom>
          <a:solidFill>
            <a:srgbClr val="D7C3FA"/>
          </a:solidFill>
          <a:ln w="12700">
            <a:solidFill>
              <a:srgbClr val="D7C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" y="640080"/>
            <a:ext cx="640080" cy="640080"/>
          </a:xfrm>
          <a:prstGeom prst="ellipse">
            <a:avLst/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6404" y="7635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>
                <a:solidFill>
                  <a:srgbClr val="765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▥</a:t>
            </a:r>
            <a:endParaRPr lang="en-US" sz="2300"/>
          </a:p>
        </p:txBody>
      </p:sp>
      <p:sp>
        <p:nvSpPr>
          <p:cNvPr id="6" name="Text 4"/>
          <p:cNvSpPr/>
          <p:nvPr/>
        </p:nvSpPr>
        <p:spPr>
          <a:xfrm>
            <a:off x="1600200" y="56692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Results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1609344" y="11430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Load Prediction: User Acceptance Testing and Model Performance</a:t>
            </a:r>
            <a:endParaRPr lang="en-US" b="1"/>
          </a:p>
        </p:txBody>
      </p:sp>
      <p:sp>
        <p:nvSpPr>
          <p:cNvPr id="8" name="Shape 6"/>
          <p:cNvSpPr/>
          <p:nvPr/>
        </p:nvSpPr>
        <p:spPr>
          <a:xfrm>
            <a:off x="960120" y="1572768"/>
            <a:ext cx="10561320" cy="0"/>
          </a:xfrm>
          <a:prstGeom prst="line">
            <a:avLst/>
          </a:prstGeom>
          <a:noFill/>
          <a:ln w="13970">
            <a:solidFill>
              <a:srgbClr val="E4DA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728216"/>
            <a:ext cx="5715000" cy="4005072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D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1847088"/>
            <a:ext cx="5449824" cy="521208"/>
          </a:xfrm>
          <a:prstGeom prst="roundRect">
            <a:avLst>
              <a:gd name="adj" fmla="val 28070"/>
            </a:avLst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1965961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 - User acceptance testing</a:t>
            </a:r>
            <a:endParaRPr lang="en-US" sz="1900"/>
          </a:p>
        </p:txBody>
      </p:sp>
      <p:sp>
        <p:nvSpPr>
          <p:cNvPr id="14" name="Shape 12"/>
          <p:cNvSpPr/>
          <p:nvPr/>
        </p:nvSpPr>
        <p:spPr>
          <a:xfrm>
            <a:off x="6199632" y="1728216"/>
            <a:ext cx="5715000" cy="4005072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D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27648" y="1847088"/>
            <a:ext cx="5449824" cy="521208"/>
          </a:xfrm>
          <a:prstGeom prst="roundRect">
            <a:avLst>
              <a:gd name="adj" fmla="val 28070"/>
            </a:avLst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22592" y="198607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- Model performance</a:t>
            </a:r>
            <a:endParaRPr lang="en-US" sz="1900"/>
          </a:p>
        </p:txBody>
      </p:sp>
      <p:sp>
        <p:nvSpPr>
          <p:cNvPr id="19" name="Text 17"/>
          <p:cNvSpPr/>
          <p:nvPr/>
        </p:nvSpPr>
        <p:spPr>
          <a:xfrm>
            <a:off x="758952" y="2487168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feedback submissions rated 3 aspects of the cognitive load experience on a 1–5 scale.</a:t>
            </a:r>
            <a:endParaRPr lang="en-US" sz="1400" b="1"/>
          </a:p>
        </p:txBody>
      </p:sp>
      <p:sp>
        <p:nvSpPr>
          <p:cNvPr id="20" name="Text 18"/>
          <p:cNvSpPr/>
          <p:nvPr/>
        </p:nvSpPr>
        <p:spPr>
          <a:xfrm>
            <a:off x="6720840" y="2487168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comparison across four candidate machine-learning models.</a:t>
            </a:r>
            <a:endParaRPr lang="en-US" sz="1400" b="1"/>
          </a:p>
        </p:txBody>
      </p:sp>
      <p:sp>
        <p:nvSpPr>
          <p:cNvPr id="21" name="Shape 19"/>
          <p:cNvSpPr/>
          <p:nvPr/>
        </p:nvSpPr>
        <p:spPr>
          <a:xfrm>
            <a:off x="841248" y="4855464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496" y="474573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841248" y="4520794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" y="441106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841248" y="4186123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" y="4076395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841248" y="3851453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" y="3741725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841248" y="3516782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9496" y="3407054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841248" y="3182112"/>
            <a:ext cx="4709160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9496" y="3072384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1435608" y="3607143"/>
            <a:ext cx="658368" cy="1248321"/>
          </a:xfrm>
          <a:prstGeom prst="rect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71600" y="3351111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3.73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1005840" y="49377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prediction</a:t>
            </a:r>
            <a:endParaRPr lang="en-US" sz="1050" b="1"/>
          </a:p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050" b="1"/>
          </a:p>
        </p:txBody>
      </p:sp>
      <p:sp>
        <p:nvSpPr>
          <p:cNvPr id="36" name="Shape 34"/>
          <p:cNvSpPr/>
          <p:nvPr/>
        </p:nvSpPr>
        <p:spPr>
          <a:xfrm>
            <a:off x="2971800" y="3570330"/>
            <a:ext cx="658368" cy="1285134"/>
          </a:xfrm>
          <a:prstGeom prst="rect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07792" y="331429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3.84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2542032" y="49377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Adapted explanation</a:t>
            </a:r>
            <a:endParaRPr lang="en-US" sz="1050" b="1"/>
          </a:p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</a:t>
            </a:r>
            <a:endParaRPr lang="en-US" sz="1050" b="1"/>
          </a:p>
        </p:txBody>
      </p:sp>
      <p:sp>
        <p:nvSpPr>
          <p:cNvPr id="39" name="Shape 37"/>
          <p:cNvSpPr/>
          <p:nvPr/>
        </p:nvSpPr>
        <p:spPr>
          <a:xfrm>
            <a:off x="4507992" y="3570330"/>
            <a:ext cx="658368" cy="1285134"/>
          </a:xfrm>
          <a:prstGeom prst="rect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43984" y="331429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3.84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4078224" y="49377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amount</a:t>
            </a:r>
            <a:endParaRPr lang="en-US" sz="1050" b="1"/>
          </a:p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suitability</a:t>
            </a:r>
            <a:endParaRPr lang="en-US" sz="1050" b="1"/>
          </a:p>
        </p:txBody>
      </p:sp>
      <p:sp>
        <p:nvSpPr>
          <p:cNvPr id="42" name="Shape 40"/>
          <p:cNvSpPr/>
          <p:nvPr/>
        </p:nvSpPr>
        <p:spPr>
          <a:xfrm>
            <a:off x="6739128" y="4855464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74573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6739128" y="4520794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37376" y="441106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6739128" y="4186123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37376" y="4076395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6739128" y="3851453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37376" y="3741725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6739128" y="3516782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37376" y="3407054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6739128" y="3182112"/>
            <a:ext cx="4645152" cy="0"/>
          </a:xfrm>
          <a:prstGeom prst="line">
            <a:avLst/>
          </a:prstGeom>
          <a:noFill/>
          <a:ln w="10160">
            <a:solidFill>
              <a:srgbClr val="E9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37376" y="3072384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786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7004304" y="3736159"/>
            <a:ext cx="640080" cy="1119305"/>
          </a:xfrm>
          <a:prstGeom prst="rect">
            <a:avLst/>
          </a:prstGeom>
          <a:solidFill>
            <a:srgbClr val="BAB2D1"/>
          </a:solidFill>
          <a:ln w="12700">
            <a:solidFill>
              <a:srgbClr val="BAB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48856" y="3480127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66.89%</a:t>
            </a:r>
            <a:endParaRPr lang="en-US" sz="1100"/>
          </a:p>
        </p:txBody>
      </p:sp>
      <p:sp>
        <p:nvSpPr>
          <p:cNvPr id="56" name="Text 54"/>
          <p:cNvSpPr/>
          <p:nvPr/>
        </p:nvSpPr>
        <p:spPr>
          <a:xfrm>
            <a:off x="6793992" y="492861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</a:t>
            </a:r>
            <a:endParaRPr lang="en-US" sz="1050" b="1"/>
          </a:p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</a:t>
            </a:r>
            <a:endParaRPr lang="en-US" sz="1050" b="1"/>
          </a:p>
        </p:txBody>
      </p:sp>
      <p:sp>
        <p:nvSpPr>
          <p:cNvPr id="57" name="Shape 55"/>
          <p:cNvSpPr/>
          <p:nvPr/>
        </p:nvSpPr>
        <p:spPr>
          <a:xfrm>
            <a:off x="8129016" y="3724613"/>
            <a:ext cx="640080" cy="1130851"/>
          </a:xfrm>
          <a:prstGeom prst="rect">
            <a:avLst/>
          </a:prstGeom>
          <a:solidFill>
            <a:srgbClr val="BAB2D1"/>
          </a:solidFill>
          <a:ln w="12700">
            <a:solidFill>
              <a:srgbClr val="BAB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973568" y="3468581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67.58%</a:t>
            </a:r>
            <a:endParaRPr lang="en-US" sz="1100"/>
          </a:p>
        </p:txBody>
      </p:sp>
      <p:sp>
        <p:nvSpPr>
          <p:cNvPr id="59" name="Text 57"/>
          <p:cNvSpPr/>
          <p:nvPr/>
        </p:nvSpPr>
        <p:spPr>
          <a:xfrm>
            <a:off x="7918704" y="492861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050" b="1"/>
          </a:p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</a:t>
            </a:r>
            <a:endParaRPr lang="en-US" sz="1050" b="1"/>
          </a:p>
        </p:txBody>
      </p:sp>
      <p:sp>
        <p:nvSpPr>
          <p:cNvPr id="60" name="Shape 58"/>
          <p:cNvSpPr/>
          <p:nvPr/>
        </p:nvSpPr>
        <p:spPr>
          <a:xfrm>
            <a:off x="9253728" y="3524814"/>
            <a:ext cx="640080" cy="1330650"/>
          </a:xfrm>
          <a:prstGeom prst="rect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098280" y="3268782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79.52%</a:t>
            </a:r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9043416" y="492861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lang="en-US" sz="1050" b="1"/>
          </a:p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</a:t>
            </a:r>
            <a:endParaRPr lang="en-US" sz="1050" b="1"/>
          </a:p>
        </p:txBody>
      </p:sp>
      <p:sp>
        <p:nvSpPr>
          <p:cNvPr id="63" name="Shape 61"/>
          <p:cNvSpPr/>
          <p:nvPr/>
        </p:nvSpPr>
        <p:spPr>
          <a:xfrm>
            <a:off x="10378440" y="3587565"/>
            <a:ext cx="640080" cy="1267899"/>
          </a:xfrm>
          <a:prstGeom prst="rect">
            <a:avLst/>
          </a:prstGeom>
          <a:solidFill>
            <a:srgbClr val="BAB2D1"/>
          </a:solidFill>
          <a:ln w="12700">
            <a:solidFill>
              <a:srgbClr val="BAB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222992" y="3331533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75.77%</a:t>
            </a:r>
            <a:endParaRPr lang="en-US" sz="1100"/>
          </a:p>
        </p:txBody>
      </p:sp>
      <p:sp>
        <p:nvSpPr>
          <p:cNvPr id="65" name="Text 63"/>
          <p:cNvSpPr/>
          <p:nvPr/>
        </p:nvSpPr>
        <p:spPr>
          <a:xfrm>
            <a:off x="10168128" y="492861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11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050" b="1"/>
          </a:p>
        </p:txBody>
      </p:sp>
      <p:sp>
        <p:nvSpPr>
          <p:cNvPr id="66" name="Shape 64"/>
          <p:cNvSpPr/>
          <p:nvPr/>
        </p:nvSpPr>
        <p:spPr>
          <a:xfrm>
            <a:off x="274320" y="5824728"/>
            <a:ext cx="5687568" cy="667512"/>
          </a:xfrm>
          <a:prstGeom prst="roundRect">
            <a:avLst>
              <a:gd name="adj" fmla="val 19178"/>
            </a:avLst>
          </a:prstGeom>
          <a:solidFill>
            <a:srgbClr val="EEE7FC"/>
          </a:solidFill>
          <a:ln w="12700">
            <a:solidFill>
              <a:srgbClr val="EEE7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08776" y="5824728"/>
            <a:ext cx="5687568" cy="667512"/>
          </a:xfrm>
          <a:prstGeom prst="roundRect">
            <a:avLst>
              <a:gd name="adj" fmla="val 19178"/>
            </a:avLst>
          </a:prstGeom>
          <a:solidFill>
            <a:srgbClr val="EEE7FC"/>
          </a:solidFill>
          <a:ln w="12700">
            <a:solidFill>
              <a:srgbClr val="EEE7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02920" y="5961888"/>
            <a:ext cx="356616" cy="356616"/>
          </a:xfrm>
          <a:prstGeom prst="ellipse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12368" y="6062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/>
          </a:p>
        </p:txBody>
      </p:sp>
      <p:sp>
        <p:nvSpPr>
          <p:cNvPr id="70" name="Text 68"/>
          <p:cNvSpPr/>
          <p:nvPr/>
        </p:nvSpPr>
        <p:spPr>
          <a:xfrm>
            <a:off x="968984" y="6046695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UAT ratings: 73.0% · 70.3% · 64.9%</a:t>
            </a:r>
            <a:endParaRPr lang="en-US" sz="1500"/>
          </a:p>
        </p:txBody>
      </p:sp>
      <p:sp>
        <p:nvSpPr>
          <p:cNvPr id="72" name="Shape 70"/>
          <p:cNvSpPr/>
          <p:nvPr/>
        </p:nvSpPr>
        <p:spPr>
          <a:xfrm>
            <a:off x="6428232" y="5961888"/>
            <a:ext cx="356616" cy="356616"/>
          </a:xfrm>
          <a:prstGeom prst="ellipse">
            <a:avLst/>
          </a:prstGeom>
          <a:solidFill>
            <a:srgbClr val="7651D1"/>
          </a:solidFill>
          <a:ln w="12700">
            <a:solidFill>
              <a:srgbClr val="765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556248" y="607224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/>
          </a:p>
        </p:txBody>
      </p:sp>
      <p:sp>
        <p:nvSpPr>
          <p:cNvPr id="74" name="Text 72"/>
          <p:cNvSpPr/>
          <p:nvPr/>
        </p:nvSpPr>
        <p:spPr>
          <a:xfrm>
            <a:off x="6912864" y="601975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281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Forest: 79.52% accuracy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E647E-16C4-9145-4509-F257535E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4160B55-9983-4F07-ABBB-B16F0008A34E}"/>
              </a:ext>
            </a:extLst>
          </p:cNvPr>
          <p:cNvSpPr txBox="1"/>
          <p:nvPr/>
        </p:nvSpPr>
        <p:spPr>
          <a:xfrm>
            <a:off x="374497" y="539262"/>
            <a:ext cx="8142597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66"/>
              </a:lnSpc>
            </a:pPr>
            <a:r>
              <a:rPr lang="en-US" sz="4267" b="1" spc="-83"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Cognitive-Adaptive Content Personalization Engine (CACPE)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697E2F-F9C3-A99B-1059-92D0C30FBE79}"/>
              </a:ext>
            </a:extLst>
          </p:cNvPr>
          <p:cNvSpPr txBox="1"/>
          <p:nvPr/>
        </p:nvSpPr>
        <p:spPr>
          <a:xfrm>
            <a:off x="414886" y="1963469"/>
            <a:ext cx="5952282" cy="642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75"/>
              </a:lnSpc>
            </a:pPr>
            <a:r>
              <a:rPr lang="en-US" spc="-73">
                <a:ea typeface="+mn-lt"/>
                <a:cs typeface="+mn-lt"/>
                <a:sym typeface="Inter Medium"/>
              </a:rPr>
              <a:t>AI-powered content adaptation based on learners’ cognitive styles and cognitive load.</a:t>
            </a:r>
            <a:endParaRPr lang="en-US"/>
          </a:p>
        </p:txBody>
      </p:sp>
      <p:sp>
        <p:nvSpPr>
          <p:cNvPr id="44" name="TextBox 28">
            <a:extLst>
              <a:ext uri="{FF2B5EF4-FFF2-40B4-BE49-F238E27FC236}">
                <a16:creationId xmlns:a16="http://schemas.microsoft.com/office/drawing/2014/main" id="{65FE0226-811B-2C67-FB7D-C498860C28FD}"/>
              </a:ext>
            </a:extLst>
          </p:cNvPr>
          <p:cNvSpPr txBox="1"/>
          <p:nvPr/>
        </p:nvSpPr>
        <p:spPr>
          <a:xfrm>
            <a:off x="431800" y="127000"/>
            <a:ext cx="7952744" cy="242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err="1">
                <a:latin typeface="Arial Nova"/>
                <a:ea typeface="Aptos Display" pitchFamily="34" charset="-122"/>
                <a:cs typeface="Aptos Display" pitchFamily="34" charset="-120"/>
              </a:rPr>
              <a:t>Lumora</a:t>
            </a:r>
            <a:r>
              <a:rPr lang="en-US" sz="1200" b="1">
                <a:latin typeface="Arial Nova"/>
                <a:ea typeface="Aptos Display" pitchFamily="34" charset="-122"/>
                <a:cs typeface="Aptos Display" pitchFamily="34" charset="-120"/>
              </a:rPr>
              <a:t> : Adaptive Cognitive Load and Style Prediction System for Online Learning Using Behavioral Patterns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EFAFCFD-96A0-765A-BFA3-26BB0E99C88C}"/>
              </a:ext>
            </a:extLst>
          </p:cNvPr>
          <p:cNvCxnSpPr/>
          <p:nvPr/>
        </p:nvCxnSpPr>
        <p:spPr>
          <a:xfrm>
            <a:off x="304800" y="332500"/>
            <a:ext cx="115824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9D2925D6-3F27-8A49-5E1F-F388988E946E}"/>
              </a:ext>
            </a:extLst>
          </p:cNvPr>
          <p:cNvSpPr/>
          <p:nvPr/>
        </p:nvSpPr>
        <p:spPr>
          <a:xfrm>
            <a:off x="3965734" y="6563132"/>
            <a:ext cx="4806382" cy="2948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IT22166074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 | </a:t>
            </a:r>
            <a:r>
              <a:rPr lang="pt-BR" sz="1600" b="1" spc="-6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Jayasinghe J. M. S. N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| 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R26-SE-004</a:t>
            </a:r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6CADFC3-0313-D1C5-EBD3-B15903215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" y="6448036"/>
            <a:ext cx="1841757" cy="355649"/>
          </a:xfrm>
          <a:prstGeom prst="rect">
            <a:avLst/>
          </a:prstGeom>
        </p:spPr>
      </p:pic>
      <p:pic>
        <p:nvPicPr>
          <p:cNvPr id="3" name="Picture 2" descr="A person in a white shirt&#10;&#10;AI-generated content may be incorrect.">
            <a:extLst>
              <a:ext uri="{FF2B5EF4-FFF2-40B4-BE49-F238E27FC236}">
                <a16:creationId xmlns:a16="http://schemas.microsoft.com/office/drawing/2014/main" id="{5BAD3E2E-FDDC-2F22-C9A6-71ADCC8BF0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44" t="-140" r="11833" b="8051"/>
          <a:stretch>
            <a:fillRect/>
          </a:stretch>
        </p:blipFill>
        <p:spPr>
          <a:xfrm>
            <a:off x="9986414" y="538001"/>
            <a:ext cx="1558863" cy="1576922"/>
          </a:xfrm>
          <a:prstGeom prst="rect">
            <a:avLst/>
          </a:prstGeom>
        </p:spPr>
      </p:pic>
      <p:pic>
        <p:nvPicPr>
          <p:cNvPr id="74" name="Picture 7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EC28BE9B-C665-0576-BDBB-8B3900B2321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92" y="-23848"/>
            <a:ext cx="12242800" cy="8172896"/>
          </a:xfrm>
          <a:prstGeom prst="rect">
            <a:avLst/>
          </a:prstGeom>
        </p:spPr>
      </p:pic>
      <p:sp>
        <p:nvSpPr>
          <p:cNvPr id="76" name="Freeform 4">
            <a:extLst>
              <a:ext uri="{FF2B5EF4-FFF2-40B4-BE49-F238E27FC236}">
                <a16:creationId xmlns:a16="http://schemas.microsoft.com/office/drawing/2014/main" id="{FB717927-9FD1-A6FC-C560-9DA419C984A4}"/>
              </a:ext>
            </a:extLst>
          </p:cNvPr>
          <p:cNvSpPr/>
          <p:nvPr/>
        </p:nvSpPr>
        <p:spPr>
          <a:xfrm>
            <a:off x="371605" y="2510439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78" name="Freeform 5">
            <a:extLst>
              <a:ext uri="{FF2B5EF4-FFF2-40B4-BE49-F238E27FC236}">
                <a16:creationId xmlns:a16="http://schemas.microsoft.com/office/drawing/2014/main" id="{98414938-7696-4B45-B162-85A4A0C318BB}"/>
              </a:ext>
            </a:extLst>
          </p:cNvPr>
          <p:cNvSpPr/>
          <p:nvPr/>
        </p:nvSpPr>
        <p:spPr>
          <a:xfrm>
            <a:off x="6037385" y="2510439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80" name="Freeform 6">
            <a:extLst>
              <a:ext uri="{FF2B5EF4-FFF2-40B4-BE49-F238E27FC236}">
                <a16:creationId xmlns:a16="http://schemas.microsoft.com/office/drawing/2014/main" id="{8496CE17-AE5C-61B2-36D3-F45A4308D8E6}"/>
              </a:ext>
            </a:extLst>
          </p:cNvPr>
          <p:cNvSpPr/>
          <p:nvPr/>
        </p:nvSpPr>
        <p:spPr>
          <a:xfrm>
            <a:off x="371605" y="3812918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82" name="Freeform 7">
            <a:extLst>
              <a:ext uri="{FF2B5EF4-FFF2-40B4-BE49-F238E27FC236}">
                <a16:creationId xmlns:a16="http://schemas.microsoft.com/office/drawing/2014/main" id="{68657751-4AFC-7862-F3CF-85717BDCCFDA}"/>
              </a:ext>
            </a:extLst>
          </p:cNvPr>
          <p:cNvSpPr/>
          <p:nvPr/>
        </p:nvSpPr>
        <p:spPr>
          <a:xfrm>
            <a:off x="6037385" y="3812918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84" name="TextBox 20">
            <a:extLst>
              <a:ext uri="{FF2B5EF4-FFF2-40B4-BE49-F238E27FC236}">
                <a16:creationId xmlns:a16="http://schemas.microsoft.com/office/drawing/2014/main" id="{06F7BDE2-63FB-950D-1820-4FE0B30AEE78}"/>
              </a:ext>
            </a:extLst>
          </p:cNvPr>
          <p:cNvSpPr txBox="1"/>
          <p:nvPr/>
        </p:nvSpPr>
        <p:spPr>
          <a:xfrm>
            <a:off x="741472" y="2735939"/>
            <a:ext cx="3826513" cy="311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2000" b="1" spc="-36">
                <a:solidFill>
                  <a:srgbClr val="5F4F97"/>
                </a:solidFill>
                <a:ea typeface="+mn-lt"/>
                <a:cs typeface="+mn-lt"/>
                <a:sym typeface="Inter Semi-Bold"/>
              </a:rPr>
              <a:t>Cognitive Style Adaptation</a:t>
            </a:r>
            <a:endParaRPr lang="en-US" sz="2000" b="1"/>
          </a:p>
        </p:txBody>
      </p:sp>
      <p:sp>
        <p:nvSpPr>
          <p:cNvPr id="86" name="TextBox 21">
            <a:extLst>
              <a:ext uri="{FF2B5EF4-FFF2-40B4-BE49-F238E27FC236}">
                <a16:creationId xmlns:a16="http://schemas.microsoft.com/office/drawing/2014/main" id="{0D0AF1DA-73D2-4A85-ABD2-F7C001A587EE}"/>
              </a:ext>
            </a:extLst>
          </p:cNvPr>
          <p:cNvSpPr txBox="1"/>
          <p:nvPr/>
        </p:nvSpPr>
        <p:spPr>
          <a:xfrm>
            <a:off x="734222" y="3153488"/>
            <a:ext cx="3825816" cy="557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pc="-32">
                <a:ea typeface="+mn-lt"/>
                <a:cs typeface="+mn-lt"/>
                <a:sym typeface="Inter Medium"/>
              </a:rPr>
              <a:t>Personalizes learning content based on each learner's cognitive style.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27A6EA2A-74DF-188E-0988-D1AB7B851F27}"/>
              </a:ext>
            </a:extLst>
          </p:cNvPr>
          <p:cNvSpPr txBox="1"/>
          <p:nvPr/>
        </p:nvSpPr>
        <p:spPr>
          <a:xfrm>
            <a:off x="6458117" y="2734572"/>
            <a:ext cx="3810339" cy="311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2000" b="1" spc="-36">
                <a:solidFill>
                  <a:srgbClr val="5F4F97"/>
                </a:solidFill>
                <a:ea typeface="+mn-lt"/>
                <a:cs typeface="+mn-lt"/>
                <a:sym typeface="Inter Semi-Bold"/>
              </a:rPr>
              <a:t>Cognitive Load Optimization</a:t>
            </a:r>
            <a:endParaRPr lang="en-US" sz="2000" b="1"/>
          </a:p>
        </p:txBody>
      </p:sp>
      <p:sp>
        <p:nvSpPr>
          <p:cNvPr id="90" name="TextBox 23">
            <a:extLst>
              <a:ext uri="{FF2B5EF4-FFF2-40B4-BE49-F238E27FC236}">
                <a16:creationId xmlns:a16="http://schemas.microsoft.com/office/drawing/2014/main" id="{36679616-B847-98B3-A474-943233DA963D}"/>
              </a:ext>
            </a:extLst>
          </p:cNvPr>
          <p:cNvSpPr txBox="1"/>
          <p:nvPr/>
        </p:nvSpPr>
        <p:spPr>
          <a:xfrm>
            <a:off x="6443347" y="3137744"/>
            <a:ext cx="4032299" cy="557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pc="-32">
                <a:ea typeface="+mn-lt"/>
                <a:cs typeface="+mn-lt"/>
                <a:sym typeface="Inter Medium"/>
              </a:rPr>
              <a:t>Simplifies complex information to reduce cognitive overload.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92" name="TextBox 25">
            <a:extLst>
              <a:ext uri="{FF2B5EF4-FFF2-40B4-BE49-F238E27FC236}">
                <a16:creationId xmlns:a16="http://schemas.microsoft.com/office/drawing/2014/main" id="{1BC423A6-AB05-AA12-2D23-BD84CE381C3A}"/>
              </a:ext>
            </a:extLst>
          </p:cNvPr>
          <p:cNvSpPr txBox="1"/>
          <p:nvPr/>
        </p:nvSpPr>
        <p:spPr>
          <a:xfrm>
            <a:off x="736114" y="4531937"/>
            <a:ext cx="3823924" cy="557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pc="-32">
                <a:ea typeface="+mn-lt"/>
                <a:cs typeface="+mn-lt"/>
                <a:sym typeface="Inter Medium"/>
              </a:rPr>
              <a:t>Processes uploaded PDF, PPT and video learning resources.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94" name="TextBox 26">
            <a:extLst>
              <a:ext uri="{FF2B5EF4-FFF2-40B4-BE49-F238E27FC236}">
                <a16:creationId xmlns:a16="http://schemas.microsoft.com/office/drawing/2014/main" id="{4DB550E9-7D0F-AF6A-0843-EFC0302C89CF}"/>
              </a:ext>
            </a:extLst>
          </p:cNvPr>
          <p:cNvSpPr txBox="1"/>
          <p:nvPr/>
        </p:nvSpPr>
        <p:spPr>
          <a:xfrm>
            <a:off x="6440763" y="4081152"/>
            <a:ext cx="4586185" cy="311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2000" b="1" spc="-36">
                <a:solidFill>
                  <a:srgbClr val="5F4F97"/>
                </a:solidFill>
                <a:ea typeface="+mn-lt"/>
                <a:cs typeface="+mn-lt"/>
                <a:sym typeface="Inter Semi-Bold"/>
              </a:rPr>
              <a:t>GPT-Powered Conversion</a:t>
            </a:r>
            <a:endParaRPr lang="en-US" sz="2000" b="1"/>
          </a:p>
        </p:txBody>
      </p:sp>
      <p:sp>
        <p:nvSpPr>
          <p:cNvPr id="96" name="TextBox 27">
            <a:extLst>
              <a:ext uri="{FF2B5EF4-FFF2-40B4-BE49-F238E27FC236}">
                <a16:creationId xmlns:a16="http://schemas.microsoft.com/office/drawing/2014/main" id="{8038BFE7-96E3-69AD-A911-5988845B6E8B}"/>
              </a:ext>
            </a:extLst>
          </p:cNvPr>
          <p:cNvSpPr txBox="1"/>
          <p:nvPr/>
        </p:nvSpPr>
        <p:spPr>
          <a:xfrm>
            <a:off x="6462423" y="4531937"/>
            <a:ext cx="4875863" cy="557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pc="-32">
                <a:ea typeface="+mn-lt"/>
                <a:cs typeface="+mn-lt"/>
                <a:sym typeface="Inter Medium"/>
              </a:rPr>
              <a:t>Transforms learning materials into personalized, easier-to-understand content.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98" name="TextBox 22">
            <a:extLst>
              <a:ext uri="{FF2B5EF4-FFF2-40B4-BE49-F238E27FC236}">
                <a16:creationId xmlns:a16="http://schemas.microsoft.com/office/drawing/2014/main" id="{55621EA3-F1EB-D56D-82B8-52A816A74325}"/>
              </a:ext>
            </a:extLst>
          </p:cNvPr>
          <p:cNvSpPr txBox="1"/>
          <p:nvPr/>
        </p:nvSpPr>
        <p:spPr>
          <a:xfrm>
            <a:off x="744118" y="4081866"/>
            <a:ext cx="4314293" cy="311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2000" b="1" spc="-36">
                <a:solidFill>
                  <a:srgbClr val="5F4F97"/>
                </a:solidFill>
                <a:ea typeface="+mn-lt"/>
                <a:cs typeface="+mn-lt"/>
              </a:rPr>
              <a:t>Multi-Format Content Input</a:t>
            </a:r>
            <a:endParaRPr lang="en-US" sz="20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DB1A4-EF04-2A64-B2EF-D64239F6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36CB0C-049A-353D-49CB-00D2CC7444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93" y="3946516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67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200000">
            <a:off x="-594360" y="-658368"/>
            <a:ext cx="1618488" cy="1618488"/>
          </a:xfrm>
          <a:prstGeom prst="arc">
            <a:avLst/>
          </a:prstGeom>
          <a:solidFill>
            <a:srgbClr val="E6D9FF"/>
          </a:solidFill>
          <a:ln w="12700">
            <a:solidFill>
              <a:srgbClr val="E6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365992" y="-694944"/>
            <a:ext cx="1508760" cy="1399032"/>
          </a:xfrm>
          <a:prstGeom prst="ellipse">
            <a:avLst/>
          </a:prstGeom>
          <a:solidFill>
            <a:srgbClr val="DCC5FA"/>
          </a:solidFill>
          <a:ln w="12700">
            <a:solidFill>
              <a:srgbClr val="DCC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32104" y="274320"/>
            <a:ext cx="640080" cy="640080"/>
          </a:xfrm>
          <a:prstGeom prst="ellipse">
            <a:avLst/>
          </a:prstGeom>
          <a:solidFill>
            <a:srgbClr val="EFE5FF"/>
          </a:solidFill>
          <a:ln w="12700">
            <a:solidFill>
              <a:srgbClr val="EF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700" y="411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400" b="1">
                <a:solidFill>
                  <a:srgbClr val="775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▥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591056" y="31089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Results</a:t>
            </a:r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1600200" y="7498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Conversion: User Acceptance Testing and Expert Evaluation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868680" y="1124712"/>
            <a:ext cx="10698480" cy="0"/>
          </a:xfrm>
          <a:prstGeom prst="line">
            <a:avLst/>
          </a:prstGeom>
          <a:noFill/>
          <a:ln w="12700">
            <a:solidFill>
              <a:srgbClr val="E4D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5605272" cy="4471416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 w="15240">
            <a:solidFill>
              <a:srgbClr val="E4D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1472184"/>
            <a:ext cx="5385816" cy="457200"/>
          </a:xfrm>
          <a:prstGeom prst="roundRect">
            <a:avLst>
              <a:gd name="adj" fmla="val 24000"/>
            </a:avLst>
          </a:prstGeom>
          <a:solidFill>
            <a:srgbClr val="7750CE"/>
          </a:solidFill>
          <a:ln w="12700">
            <a:solidFill>
              <a:srgbClr val="7750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1540764"/>
            <a:ext cx="511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– User Acceptance Testing</a:t>
            </a:r>
            <a:endParaRPr lang="en-US" sz="1640"/>
          </a:p>
        </p:txBody>
      </p:sp>
      <p:sp>
        <p:nvSpPr>
          <p:cNvPr id="12" name="Text 10"/>
          <p:cNvSpPr/>
          <p:nvPr/>
        </p:nvSpPr>
        <p:spPr>
          <a:xfrm>
            <a:off x="713232" y="21031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valid submissions  •  3 learner-experience questions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03504" y="4672584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03504" y="4272077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950976" y="4354373"/>
            <a:ext cx="4672584" cy="0"/>
          </a:xfrm>
          <a:prstGeom prst="line">
            <a:avLst/>
          </a:prstGeom>
          <a:noFill/>
          <a:ln w="8255">
            <a:solidFill>
              <a:srgbClr val="DF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3871570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950976" y="3953866"/>
            <a:ext cx="4672584" cy="0"/>
          </a:xfrm>
          <a:prstGeom prst="line">
            <a:avLst/>
          </a:prstGeom>
          <a:noFill/>
          <a:ln w="8255">
            <a:solidFill>
              <a:srgbClr val="DF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" y="3471062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950976" y="3553358"/>
            <a:ext cx="4672584" cy="0"/>
          </a:xfrm>
          <a:prstGeom prst="line">
            <a:avLst/>
          </a:prstGeom>
          <a:noFill/>
          <a:ln w="8255">
            <a:solidFill>
              <a:srgbClr val="DF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3504" y="3070555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950976" y="3152851"/>
            <a:ext cx="4672584" cy="0"/>
          </a:xfrm>
          <a:prstGeom prst="line">
            <a:avLst/>
          </a:prstGeom>
          <a:noFill/>
          <a:ln w="8255">
            <a:solidFill>
              <a:srgbClr val="DF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" y="2670048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1459992" y="3140836"/>
            <a:ext cx="539496" cy="1614044"/>
          </a:xfrm>
          <a:prstGeom prst="roundRect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31976" y="2857372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4.03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932688" y="4901184"/>
            <a:ext cx="15209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4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clarity</a:t>
            </a:r>
            <a:endParaRPr lang="en-US" sz="1140"/>
          </a:p>
        </p:txBody>
      </p:sp>
      <p:sp>
        <p:nvSpPr>
          <p:cNvPr id="26" name="Text 24"/>
          <p:cNvSpPr/>
          <p:nvPr/>
        </p:nvSpPr>
        <p:spPr>
          <a:xfrm>
            <a:off x="923544" y="5285232"/>
            <a:ext cx="152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775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77.8% positive</a:t>
            </a:r>
            <a:endParaRPr lang="en-US" sz="1040"/>
          </a:p>
        </p:txBody>
      </p:sp>
      <p:sp>
        <p:nvSpPr>
          <p:cNvPr id="27" name="Shape 25"/>
          <p:cNvSpPr/>
          <p:nvPr/>
        </p:nvSpPr>
        <p:spPr>
          <a:xfrm>
            <a:off x="2980944" y="3220937"/>
            <a:ext cx="539496" cy="1533943"/>
          </a:xfrm>
          <a:prstGeom prst="roundRect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52928" y="2937473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3.83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2453640" y="4901184"/>
            <a:ext cx="15209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4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main ideas</a:t>
            </a:r>
            <a:endParaRPr lang="en-US" sz="1140"/>
          </a:p>
        </p:txBody>
      </p:sp>
      <p:sp>
        <p:nvSpPr>
          <p:cNvPr id="30" name="Text 28"/>
          <p:cNvSpPr/>
          <p:nvPr/>
        </p:nvSpPr>
        <p:spPr>
          <a:xfrm>
            <a:off x="2444496" y="5285232"/>
            <a:ext cx="152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775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72.2% positive</a:t>
            </a:r>
            <a:endParaRPr lang="en-US" sz="1040"/>
          </a:p>
        </p:txBody>
      </p:sp>
      <p:sp>
        <p:nvSpPr>
          <p:cNvPr id="31" name="Shape 29"/>
          <p:cNvSpPr/>
          <p:nvPr/>
        </p:nvSpPr>
        <p:spPr>
          <a:xfrm>
            <a:off x="4501896" y="3228948"/>
            <a:ext cx="539496" cy="1525932"/>
          </a:xfrm>
          <a:prstGeom prst="roundRect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73880" y="2945484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3.81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3974592" y="4901184"/>
            <a:ext cx="15209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4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Learning-aid satisfaction</a:t>
            </a:r>
            <a:endParaRPr lang="en-US" sz="1140"/>
          </a:p>
        </p:txBody>
      </p:sp>
      <p:sp>
        <p:nvSpPr>
          <p:cNvPr id="34" name="Text 32"/>
          <p:cNvSpPr/>
          <p:nvPr/>
        </p:nvSpPr>
        <p:spPr>
          <a:xfrm>
            <a:off x="3965448" y="5285232"/>
            <a:ext cx="152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775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72.2% positive</a:t>
            </a:r>
            <a:endParaRPr lang="en-US" sz="1040"/>
          </a:p>
        </p:txBody>
      </p:sp>
      <p:sp>
        <p:nvSpPr>
          <p:cNvPr id="35" name="Shape 33"/>
          <p:cNvSpPr/>
          <p:nvPr/>
        </p:nvSpPr>
        <p:spPr>
          <a:xfrm>
            <a:off x="6208776" y="1325880"/>
            <a:ext cx="5605272" cy="4471416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 w="15240">
            <a:solidFill>
              <a:srgbClr val="E4D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18504" y="1472184"/>
            <a:ext cx="5385816" cy="457200"/>
          </a:xfrm>
          <a:prstGeom prst="roundRect">
            <a:avLst>
              <a:gd name="adj" fmla="val 24000"/>
            </a:avLst>
          </a:prstGeom>
          <a:solidFill>
            <a:srgbClr val="7750CE"/>
          </a:solidFill>
          <a:ln w="12700">
            <a:solidFill>
              <a:srgbClr val="7750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55664" y="1540764"/>
            <a:ext cx="511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– Expert Evaluation</a:t>
            </a:r>
            <a:endParaRPr lang="en-US" sz="1640"/>
          </a:p>
        </p:txBody>
      </p:sp>
      <p:sp>
        <p:nvSpPr>
          <p:cNvPr id="38" name="Text 36"/>
          <p:cNvSpPr/>
          <p:nvPr/>
        </p:nvSpPr>
        <p:spPr>
          <a:xfrm>
            <a:off x="6556248" y="21031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expert evaluators  •  12 questions, grouped into 4 themes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6446520" y="4672584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6446520" y="4272077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6793992" y="4354373"/>
            <a:ext cx="4672584" cy="0"/>
          </a:xfrm>
          <a:prstGeom prst="line">
            <a:avLst/>
          </a:prstGeom>
          <a:noFill/>
          <a:ln w="8255">
            <a:solidFill>
              <a:srgbClr val="DF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6520" y="3871570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6793992" y="3953866"/>
            <a:ext cx="4672584" cy="0"/>
          </a:xfrm>
          <a:prstGeom prst="line">
            <a:avLst/>
          </a:prstGeom>
          <a:noFill/>
          <a:ln w="8255">
            <a:solidFill>
              <a:srgbClr val="DF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46520" y="3471062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6793992" y="3553358"/>
            <a:ext cx="4672584" cy="0"/>
          </a:xfrm>
          <a:prstGeom prst="line">
            <a:avLst/>
          </a:prstGeom>
          <a:noFill/>
          <a:ln w="8255">
            <a:solidFill>
              <a:srgbClr val="DF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46520" y="3070555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6793992" y="3152851"/>
            <a:ext cx="4672584" cy="0"/>
          </a:xfrm>
          <a:prstGeom prst="line">
            <a:avLst/>
          </a:prstGeom>
          <a:noFill/>
          <a:ln w="8255">
            <a:solidFill>
              <a:srgbClr val="DF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46520" y="2670048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7158609" y="2912547"/>
            <a:ext cx="448056" cy="1842333"/>
          </a:xfrm>
          <a:prstGeom prst="roundRect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030593" y="2629083"/>
            <a:ext cx="704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4.60</a:t>
            </a:r>
            <a:endParaRPr lang="en-US" sz="1400"/>
          </a:p>
        </p:txBody>
      </p:sp>
      <p:sp>
        <p:nvSpPr>
          <p:cNvPr id="51" name="Text 49"/>
          <p:cNvSpPr/>
          <p:nvPr/>
        </p:nvSpPr>
        <p:spPr>
          <a:xfrm>
            <a:off x="6775704" y="4901184"/>
            <a:ext cx="114071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</a:t>
            </a:r>
            <a:endParaRPr lang="en-US" sz="1130"/>
          </a:p>
          <a:p>
            <a:pPr marL="0" indent="0" algn="ctr">
              <a:buNone/>
            </a:pPr>
            <a:r>
              <a:rPr lang="en-US" sz="113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130"/>
          </a:p>
        </p:txBody>
      </p:sp>
      <p:sp>
        <p:nvSpPr>
          <p:cNvPr id="52" name="Text 50"/>
          <p:cNvSpPr/>
          <p:nvPr/>
        </p:nvSpPr>
        <p:spPr>
          <a:xfrm>
            <a:off x="6766560" y="5285232"/>
            <a:ext cx="11407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775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 positive</a:t>
            </a:r>
            <a:endParaRPr lang="en-US" sz="1040"/>
          </a:p>
        </p:txBody>
      </p:sp>
      <p:sp>
        <p:nvSpPr>
          <p:cNvPr id="53" name="Shape 51"/>
          <p:cNvSpPr/>
          <p:nvPr/>
        </p:nvSpPr>
        <p:spPr>
          <a:xfrm>
            <a:off x="8299323" y="2872496"/>
            <a:ext cx="448056" cy="1882384"/>
          </a:xfrm>
          <a:prstGeom prst="roundRect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171307" y="2589032"/>
            <a:ext cx="704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4.70</a:t>
            </a:r>
            <a:endParaRPr lang="en-US" sz="1400"/>
          </a:p>
        </p:txBody>
      </p:sp>
      <p:sp>
        <p:nvSpPr>
          <p:cNvPr id="55" name="Text 53"/>
          <p:cNvSpPr/>
          <p:nvPr/>
        </p:nvSpPr>
        <p:spPr>
          <a:xfrm>
            <a:off x="7916418" y="4901184"/>
            <a:ext cx="114071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130"/>
          </a:p>
          <a:p>
            <a:pPr marL="0" indent="0" algn="ctr">
              <a:buNone/>
            </a:pPr>
            <a:r>
              <a:rPr lang="en-US" sz="113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</a:t>
            </a:r>
            <a:endParaRPr lang="en-US" sz="1130"/>
          </a:p>
        </p:txBody>
      </p:sp>
      <p:sp>
        <p:nvSpPr>
          <p:cNvPr id="56" name="Text 54"/>
          <p:cNvSpPr/>
          <p:nvPr/>
        </p:nvSpPr>
        <p:spPr>
          <a:xfrm>
            <a:off x="7907274" y="5285232"/>
            <a:ext cx="11407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775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96.7% positive</a:t>
            </a:r>
            <a:endParaRPr lang="en-US" sz="1040"/>
          </a:p>
        </p:txBody>
      </p:sp>
      <p:sp>
        <p:nvSpPr>
          <p:cNvPr id="57" name="Shape 55"/>
          <p:cNvSpPr/>
          <p:nvPr/>
        </p:nvSpPr>
        <p:spPr>
          <a:xfrm>
            <a:off x="9440037" y="2892522"/>
            <a:ext cx="448056" cy="1862358"/>
          </a:xfrm>
          <a:prstGeom prst="roundRect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312021" y="2609058"/>
            <a:ext cx="704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4.65</a:t>
            </a:r>
            <a:endParaRPr lang="en-US" sz="1400"/>
          </a:p>
        </p:txBody>
      </p:sp>
      <p:sp>
        <p:nvSpPr>
          <p:cNvPr id="59" name="Text 57"/>
          <p:cNvSpPr/>
          <p:nvPr/>
        </p:nvSpPr>
        <p:spPr>
          <a:xfrm>
            <a:off x="9057132" y="4901184"/>
            <a:ext cx="114071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130"/>
          </a:p>
          <a:p>
            <a:pPr marL="0" indent="0" algn="ctr">
              <a:buNone/>
            </a:pPr>
            <a:r>
              <a:rPr lang="en-US" sz="113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adaptation</a:t>
            </a:r>
            <a:endParaRPr lang="en-US" sz="1130"/>
          </a:p>
        </p:txBody>
      </p:sp>
      <p:sp>
        <p:nvSpPr>
          <p:cNvPr id="60" name="Text 58"/>
          <p:cNvSpPr/>
          <p:nvPr/>
        </p:nvSpPr>
        <p:spPr>
          <a:xfrm>
            <a:off x="9047988" y="5285232"/>
            <a:ext cx="11407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775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 positive</a:t>
            </a:r>
            <a:endParaRPr lang="en-US" sz="1040"/>
          </a:p>
        </p:txBody>
      </p:sp>
      <p:sp>
        <p:nvSpPr>
          <p:cNvPr id="61" name="Shape 59"/>
          <p:cNvSpPr/>
          <p:nvPr/>
        </p:nvSpPr>
        <p:spPr>
          <a:xfrm>
            <a:off x="10580751" y="2912547"/>
            <a:ext cx="448056" cy="1842333"/>
          </a:xfrm>
          <a:prstGeom prst="roundRect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452735" y="2629083"/>
            <a:ext cx="704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4.60</a:t>
            </a:r>
            <a:endParaRPr lang="en-US" sz="1400"/>
          </a:p>
        </p:txBody>
      </p:sp>
      <p:sp>
        <p:nvSpPr>
          <p:cNvPr id="63" name="Text 61"/>
          <p:cNvSpPr/>
          <p:nvPr/>
        </p:nvSpPr>
        <p:spPr>
          <a:xfrm>
            <a:off x="10197846" y="4901184"/>
            <a:ext cx="114071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</a:t>
            </a:r>
            <a:endParaRPr lang="en-US" sz="1130"/>
          </a:p>
          <a:p>
            <a:pPr marL="0" indent="0" algn="ctr">
              <a:buNone/>
            </a:pPr>
            <a:r>
              <a:rPr lang="en-US" sz="113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suitability</a:t>
            </a:r>
            <a:endParaRPr lang="en-US" sz="1130"/>
          </a:p>
        </p:txBody>
      </p:sp>
      <p:sp>
        <p:nvSpPr>
          <p:cNvPr id="64" name="Text 62"/>
          <p:cNvSpPr/>
          <p:nvPr/>
        </p:nvSpPr>
        <p:spPr>
          <a:xfrm>
            <a:off x="10188702" y="5285232"/>
            <a:ext cx="11407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775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 positive</a:t>
            </a:r>
            <a:endParaRPr lang="en-US" sz="1040"/>
          </a:p>
        </p:txBody>
      </p:sp>
      <p:sp>
        <p:nvSpPr>
          <p:cNvPr id="65" name="Shape 63"/>
          <p:cNvSpPr/>
          <p:nvPr/>
        </p:nvSpPr>
        <p:spPr>
          <a:xfrm>
            <a:off x="374904" y="5916168"/>
            <a:ext cx="5596128" cy="548640"/>
          </a:xfrm>
          <a:prstGeom prst="roundRect">
            <a:avLst>
              <a:gd name="adj" fmla="val 21667"/>
            </a:avLst>
          </a:prstGeom>
          <a:solidFill>
            <a:srgbClr val="EDE5FF"/>
          </a:solidFill>
          <a:ln w="12700">
            <a:solidFill>
              <a:srgbClr val="ED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66928" y="6053328"/>
            <a:ext cx="283464" cy="283464"/>
          </a:xfrm>
          <a:prstGeom prst="ellipse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19963" y="608167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/>
          </a:p>
        </p:txBody>
      </p:sp>
      <p:sp>
        <p:nvSpPr>
          <p:cNvPr id="68" name="Text 66"/>
          <p:cNvSpPr/>
          <p:nvPr/>
        </p:nvSpPr>
        <p:spPr>
          <a:xfrm>
            <a:off x="1014984" y="6071616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7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UAT ratings: 77.8%  •  72.2%  •  72.2%</a:t>
            </a:r>
            <a:endParaRPr lang="en-US" sz="1370"/>
          </a:p>
        </p:txBody>
      </p:sp>
      <p:sp>
        <p:nvSpPr>
          <p:cNvPr id="69" name="Shape 67"/>
          <p:cNvSpPr/>
          <p:nvPr/>
        </p:nvSpPr>
        <p:spPr>
          <a:xfrm>
            <a:off x="6227064" y="5916168"/>
            <a:ext cx="5577840" cy="548640"/>
          </a:xfrm>
          <a:prstGeom prst="roundRect">
            <a:avLst>
              <a:gd name="adj" fmla="val 21667"/>
            </a:avLst>
          </a:prstGeom>
          <a:solidFill>
            <a:srgbClr val="EDE5FF"/>
          </a:solidFill>
          <a:ln w="12700">
            <a:solidFill>
              <a:srgbClr val="ED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419088" y="6053328"/>
            <a:ext cx="283464" cy="283464"/>
          </a:xfrm>
          <a:prstGeom prst="ellipse">
            <a:avLst/>
          </a:prstGeom>
          <a:solidFill>
            <a:srgbClr val="7750CE"/>
          </a:solidFill>
          <a:ln w="12700">
            <a:solidFill>
              <a:srgbClr val="775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472123" y="608167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/>
          </a:p>
        </p:txBody>
      </p:sp>
      <p:sp>
        <p:nvSpPr>
          <p:cNvPr id="72" name="Text 70"/>
          <p:cNvSpPr/>
          <p:nvPr/>
        </p:nvSpPr>
        <p:spPr>
          <a:xfrm>
            <a:off x="6867144" y="6071616"/>
            <a:ext cx="4846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70" b="1">
                <a:solidFill>
                  <a:srgbClr val="321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ratings: 4.67/5 mean  •  98.3% positive</a:t>
            </a:r>
            <a:endParaRPr lang="en-US" sz="1370"/>
          </a:p>
        </p:txBody>
      </p:sp>
      <p:sp>
        <p:nvSpPr>
          <p:cNvPr id="73" name="Text 71"/>
          <p:cNvSpPr/>
          <p:nvPr/>
        </p:nvSpPr>
        <p:spPr>
          <a:xfrm>
            <a:off x="484632" y="6583680"/>
            <a:ext cx="11247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817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= Agree + Strongly Agree. Expert scores are mean responses to grouped survey items; not independent algorithm accuracy.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297568" y="473439"/>
            <a:ext cx="7373232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73D"/>
                </a:solidFill>
                <a:latin typeface="Aptos"/>
              </a:defRPr>
            </a:pPr>
            <a:r>
              <a:rPr lang="en-US" sz="4400"/>
              <a:t>Explainable, Personalized Learning Support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9362" y="1726971"/>
            <a:ext cx="6756221" cy="260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60"/>
              </a:lnSpc>
            </a:pPr>
            <a:r>
              <a:rPr lang="en-US" sz="1650" b="1" spc="-34">
                <a:latin typeface="Aptos"/>
                <a:ea typeface="Inter Medium"/>
                <a:cs typeface="Inter Medium"/>
              </a:rPr>
              <a:t>From leaner analysis to teacher guidance and adaptive MCQ practice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1251DE85-8105-9EE9-8BFC-7B2D6EEF7C38}"/>
              </a:ext>
            </a:extLst>
          </p:cNvPr>
          <p:cNvSpPr txBox="1"/>
          <p:nvPr/>
        </p:nvSpPr>
        <p:spPr>
          <a:xfrm>
            <a:off x="431799" y="127000"/>
            <a:ext cx="7872445" cy="242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err="1">
                <a:latin typeface="Arial Nova"/>
                <a:ea typeface="Aptos Display" pitchFamily="34" charset="-122"/>
                <a:cs typeface="Aptos Display" pitchFamily="34" charset="-120"/>
              </a:rPr>
              <a:t>Lumora</a:t>
            </a:r>
            <a:r>
              <a:rPr lang="en-US" sz="1200" b="1">
                <a:latin typeface="Arial Nova"/>
                <a:ea typeface="Aptos Display" pitchFamily="34" charset="-122"/>
                <a:cs typeface="Aptos Display" pitchFamily="34" charset="-120"/>
              </a:rPr>
              <a:t> : Adaptive Cognitive Load and Style Prediction System for Online Learning Using Behavioral Patterns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E18C539-EED9-2DBD-9DBF-7159BAF2E9BA}"/>
              </a:ext>
            </a:extLst>
          </p:cNvPr>
          <p:cNvCxnSpPr/>
          <p:nvPr/>
        </p:nvCxnSpPr>
        <p:spPr>
          <a:xfrm>
            <a:off x="304800" y="332500"/>
            <a:ext cx="115824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8F57C74-6DE2-EBC9-5BC4-35061DBD7BD3}"/>
              </a:ext>
            </a:extLst>
          </p:cNvPr>
          <p:cNvSpPr/>
          <p:nvPr/>
        </p:nvSpPr>
        <p:spPr>
          <a:xfrm>
            <a:off x="3710067" y="6561630"/>
            <a:ext cx="4771867" cy="243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IT22055712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 | </a:t>
            </a:r>
            <a:r>
              <a:rPr lang="en-US" sz="1600" b="1" spc="-23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Dilshan W.G.W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| 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R26-SE-004</a:t>
            </a:r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8469DE2-4B6A-51B7-0BD3-A6B856A57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" y="6448036"/>
            <a:ext cx="1841757" cy="355649"/>
          </a:xfrm>
          <a:prstGeom prst="rect">
            <a:avLst/>
          </a:prstGeom>
        </p:spPr>
      </p:pic>
      <p:pic>
        <p:nvPicPr>
          <p:cNvPr id="3" name="Picture 2" descr="A person in a suit&#10;&#10;AI-generated content may be incorrect.">
            <a:extLst>
              <a:ext uri="{FF2B5EF4-FFF2-40B4-BE49-F238E27FC236}">
                <a16:creationId xmlns:a16="http://schemas.microsoft.com/office/drawing/2014/main" id="{C1FA4D75-779D-07DC-7960-8BA776EBD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64" t="691" r="715" b="6745"/>
          <a:stretch>
            <a:fillRect/>
          </a:stretch>
        </p:blipFill>
        <p:spPr>
          <a:xfrm>
            <a:off x="10385283" y="431796"/>
            <a:ext cx="1381566" cy="1441595"/>
          </a:xfrm>
          <a:prstGeom prst="rect">
            <a:avLst/>
          </a:prstGeom>
        </p:spPr>
      </p:pic>
      <p:sp>
        <p:nvSpPr>
          <p:cNvPr id="19" name="Freeform 4">
            <a:extLst>
              <a:ext uri="{FF2B5EF4-FFF2-40B4-BE49-F238E27FC236}">
                <a16:creationId xmlns:a16="http://schemas.microsoft.com/office/drawing/2014/main" id="{8355FAD0-D566-98CB-D79B-05DDB638DD3E}"/>
              </a:ext>
            </a:extLst>
          </p:cNvPr>
          <p:cNvSpPr/>
          <p:nvPr/>
        </p:nvSpPr>
        <p:spPr>
          <a:xfrm>
            <a:off x="430220" y="2667000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6AE2026A-52BE-73F0-2A4D-C40DB3816AD5}"/>
              </a:ext>
            </a:extLst>
          </p:cNvPr>
          <p:cNvSpPr/>
          <p:nvPr/>
        </p:nvSpPr>
        <p:spPr>
          <a:xfrm>
            <a:off x="6096000" y="2667000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36" name="Freeform 6">
            <a:extLst>
              <a:ext uri="{FF2B5EF4-FFF2-40B4-BE49-F238E27FC236}">
                <a16:creationId xmlns:a16="http://schemas.microsoft.com/office/drawing/2014/main" id="{2CB62111-3899-911B-4E7D-C3F5049B5C5C}"/>
              </a:ext>
            </a:extLst>
          </p:cNvPr>
          <p:cNvSpPr/>
          <p:nvPr/>
        </p:nvSpPr>
        <p:spPr>
          <a:xfrm>
            <a:off x="430220" y="3949687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0" name="Freeform 7">
            <a:extLst>
              <a:ext uri="{FF2B5EF4-FFF2-40B4-BE49-F238E27FC236}">
                <a16:creationId xmlns:a16="http://schemas.microsoft.com/office/drawing/2014/main" id="{FEA87026-2D2F-22BB-F7C7-91B1572F2F69}"/>
              </a:ext>
            </a:extLst>
          </p:cNvPr>
          <p:cNvSpPr/>
          <p:nvPr/>
        </p:nvSpPr>
        <p:spPr>
          <a:xfrm>
            <a:off x="6096000" y="3949687"/>
            <a:ext cx="5665780" cy="1435734"/>
          </a:xfrm>
          <a:custGeom>
            <a:avLst/>
            <a:gdLst/>
            <a:ahLst/>
            <a:cxnLst/>
            <a:rect l="l" t="t" r="r" b="b"/>
            <a:pathLst>
              <a:path w="8498670" h="2153601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3" name="Freeform 8">
            <a:extLst>
              <a:ext uri="{FF2B5EF4-FFF2-40B4-BE49-F238E27FC236}">
                <a16:creationId xmlns:a16="http://schemas.microsoft.com/office/drawing/2014/main" id="{CD4116D9-F956-5942-C99F-ED9320D232C5}"/>
              </a:ext>
            </a:extLst>
          </p:cNvPr>
          <p:cNvSpPr/>
          <p:nvPr/>
        </p:nvSpPr>
        <p:spPr>
          <a:xfrm>
            <a:off x="430220" y="5523893"/>
            <a:ext cx="2187560" cy="859983"/>
          </a:xfrm>
          <a:custGeom>
            <a:avLst/>
            <a:gdLst/>
            <a:ahLst/>
            <a:cxnLst/>
            <a:rect l="l" t="t" r="r" b="b"/>
            <a:pathLst>
              <a:path w="3281340" h="1289974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5" name="Freeform 9">
            <a:extLst>
              <a:ext uri="{FF2B5EF4-FFF2-40B4-BE49-F238E27FC236}">
                <a16:creationId xmlns:a16="http://schemas.microsoft.com/office/drawing/2014/main" id="{A62D52A4-D4B0-4FB5-3F7C-331AE4868811}"/>
              </a:ext>
            </a:extLst>
          </p:cNvPr>
          <p:cNvSpPr/>
          <p:nvPr/>
        </p:nvSpPr>
        <p:spPr>
          <a:xfrm>
            <a:off x="2610488" y="5808125"/>
            <a:ext cx="729187" cy="29151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7" name="Freeform 10">
            <a:extLst>
              <a:ext uri="{FF2B5EF4-FFF2-40B4-BE49-F238E27FC236}">
                <a16:creationId xmlns:a16="http://schemas.microsoft.com/office/drawing/2014/main" id="{0AB53225-B3E1-CF68-482B-DFAE855CC850}"/>
              </a:ext>
            </a:extLst>
          </p:cNvPr>
          <p:cNvSpPr/>
          <p:nvPr/>
        </p:nvSpPr>
        <p:spPr>
          <a:xfrm>
            <a:off x="3478220" y="5523893"/>
            <a:ext cx="2187560" cy="859983"/>
          </a:xfrm>
          <a:custGeom>
            <a:avLst/>
            <a:gdLst/>
            <a:ahLst/>
            <a:cxnLst/>
            <a:rect l="l" t="t" r="r" b="b"/>
            <a:pathLst>
              <a:path w="3281340" h="1289974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8E09FF99-3312-34B5-ECAF-8DCC99D9DDAA}"/>
              </a:ext>
            </a:extLst>
          </p:cNvPr>
          <p:cNvSpPr/>
          <p:nvPr/>
        </p:nvSpPr>
        <p:spPr>
          <a:xfrm>
            <a:off x="5658488" y="5808125"/>
            <a:ext cx="729187" cy="29151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51" name="Freeform 12">
            <a:extLst>
              <a:ext uri="{FF2B5EF4-FFF2-40B4-BE49-F238E27FC236}">
                <a16:creationId xmlns:a16="http://schemas.microsoft.com/office/drawing/2014/main" id="{078FFCF4-C192-2516-6386-1D125A017CC9}"/>
              </a:ext>
            </a:extLst>
          </p:cNvPr>
          <p:cNvSpPr/>
          <p:nvPr/>
        </p:nvSpPr>
        <p:spPr>
          <a:xfrm>
            <a:off x="6526220" y="5523893"/>
            <a:ext cx="2187560" cy="859983"/>
          </a:xfrm>
          <a:custGeom>
            <a:avLst/>
            <a:gdLst/>
            <a:ahLst/>
            <a:cxnLst/>
            <a:rect l="l" t="t" r="r" b="b"/>
            <a:pathLst>
              <a:path w="3281340" h="1289974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53" name="Freeform 13">
            <a:extLst>
              <a:ext uri="{FF2B5EF4-FFF2-40B4-BE49-F238E27FC236}">
                <a16:creationId xmlns:a16="http://schemas.microsoft.com/office/drawing/2014/main" id="{4A3EC22D-47AC-DA3A-62C5-ECC52DC48CA8}"/>
              </a:ext>
            </a:extLst>
          </p:cNvPr>
          <p:cNvSpPr/>
          <p:nvPr/>
        </p:nvSpPr>
        <p:spPr>
          <a:xfrm>
            <a:off x="8852326" y="5808125"/>
            <a:ext cx="583349" cy="29151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55" name="Freeform 14">
            <a:extLst>
              <a:ext uri="{FF2B5EF4-FFF2-40B4-BE49-F238E27FC236}">
                <a16:creationId xmlns:a16="http://schemas.microsoft.com/office/drawing/2014/main" id="{C54176AD-428E-8DEF-D7E8-E73A212A78D5}"/>
              </a:ext>
            </a:extLst>
          </p:cNvPr>
          <p:cNvSpPr/>
          <p:nvPr/>
        </p:nvSpPr>
        <p:spPr>
          <a:xfrm>
            <a:off x="9574220" y="5523893"/>
            <a:ext cx="2187560" cy="859983"/>
          </a:xfrm>
          <a:custGeom>
            <a:avLst/>
            <a:gdLst/>
            <a:ahLst/>
            <a:cxnLst/>
            <a:rect l="l" t="t" r="r" b="b"/>
            <a:pathLst>
              <a:path w="3281340" h="1289974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482B897C-AD56-CB9F-17F7-F47166491154}"/>
              </a:ext>
            </a:extLst>
          </p:cNvPr>
          <p:cNvSpPr txBox="1"/>
          <p:nvPr/>
        </p:nvSpPr>
        <p:spPr>
          <a:xfrm>
            <a:off x="800087" y="2942914"/>
            <a:ext cx="2144363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Behavioral Tracking</a:t>
            </a:r>
          </a:p>
        </p:txBody>
      </p:sp>
      <p:sp>
        <p:nvSpPr>
          <p:cNvPr id="61" name="TextBox 21">
            <a:extLst>
              <a:ext uri="{FF2B5EF4-FFF2-40B4-BE49-F238E27FC236}">
                <a16:creationId xmlns:a16="http://schemas.microsoft.com/office/drawing/2014/main" id="{38E3591F-9B49-9E7D-7E86-127B8785A94A}"/>
              </a:ext>
            </a:extLst>
          </p:cNvPr>
          <p:cNvSpPr txBox="1"/>
          <p:nvPr/>
        </p:nvSpPr>
        <p:spPr>
          <a:xfrm>
            <a:off x="792837" y="3274199"/>
            <a:ext cx="3825816" cy="550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599" b="1" spc="-32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Captures gaze, cursor movements and learning interaction patterns.</a:t>
            </a:r>
          </a:p>
        </p:txBody>
      </p:sp>
      <p:sp>
        <p:nvSpPr>
          <p:cNvPr id="63" name="TextBox 22">
            <a:extLst>
              <a:ext uri="{FF2B5EF4-FFF2-40B4-BE49-F238E27FC236}">
                <a16:creationId xmlns:a16="http://schemas.microsoft.com/office/drawing/2014/main" id="{C1E4C215-79CC-7A93-FA43-8608BE6B5BA8}"/>
              </a:ext>
            </a:extLst>
          </p:cNvPr>
          <p:cNvSpPr txBox="1"/>
          <p:nvPr/>
        </p:nvSpPr>
        <p:spPr>
          <a:xfrm>
            <a:off x="6516732" y="2912793"/>
            <a:ext cx="2918943" cy="304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Cognitive Style Prediction</a:t>
            </a:r>
          </a:p>
        </p:txBody>
      </p:sp>
      <p:sp>
        <p:nvSpPr>
          <p:cNvPr id="65" name="TextBox 23">
            <a:extLst>
              <a:ext uri="{FF2B5EF4-FFF2-40B4-BE49-F238E27FC236}">
                <a16:creationId xmlns:a16="http://schemas.microsoft.com/office/drawing/2014/main" id="{5B26AAB6-B29D-63A6-2F78-B2E5F21891BA}"/>
              </a:ext>
            </a:extLst>
          </p:cNvPr>
          <p:cNvSpPr txBox="1"/>
          <p:nvPr/>
        </p:nvSpPr>
        <p:spPr>
          <a:xfrm>
            <a:off x="6501962" y="3244078"/>
            <a:ext cx="4032299" cy="550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599" b="1" spc="-32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Uses an SVM model to classify learners into Visual or Verbal cognitive styles.</a:t>
            </a:r>
          </a:p>
        </p:txBody>
      </p:sp>
      <p:sp>
        <p:nvSpPr>
          <p:cNvPr id="67" name="TextBox 25">
            <a:extLst>
              <a:ext uri="{FF2B5EF4-FFF2-40B4-BE49-F238E27FC236}">
                <a16:creationId xmlns:a16="http://schemas.microsoft.com/office/drawing/2014/main" id="{8B93631A-DF7F-ED1B-E9A2-E36E1C084A81}"/>
              </a:ext>
            </a:extLst>
          </p:cNvPr>
          <p:cNvSpPr txBox="1"/>
          <p:nvPr/>
        </p:nvSpPr>
        <p:spPr>
          <a:xfrm>
            <a:off x="794729" y="4539310"/>
            <a:ext cx="3823924" cy="550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599" b="1" spc="-32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Maintains individual cognitive style and behavioral characteristics.</a:t>
            </a:r>
          </a:p>
        </p:txBody>
      </p:sp>
      <p:sp>
        <p:nvSpPr>
          <p:cNvPr id="69" name="TextBox 26">
            <a:extLst>
              <a:ext uri="{FF2B5EF4-FFF2-40B4-BE49-F238E27FC236}">
                <a16:creationId xmlns:a16="http://schemas.microsoft.com/office/drawing/2014/main" id="{FB2F7AA6-46D6-6EB3-9154-3FDD40931637}"/>
              </a:ext>
            </a:extLst>
          </p:cNvPr>
          <p:cNvSpPr txBox="1"/>
          <p:nvPr/>
        </p:nvSpPr>
        <p:spPr>
          <a:xfrm>
            <a:off x="6509274" y="4208025"/>
            <a:ext cx="2725718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Adaptive Learning Support</a:t>
            </a:r>
          </a:p>
        </p:txBody>
      </p:sp>
      <p:sp>
        <p:nvSpPr>
          <p:cNvPr id="71" name="TextBox 27">
            <a:extLst>
              <a:ext uri="{FF2B5EF4-FFF2-40B4-BE49-F238E27FC236}">
                <a16:creationId xmlns:a16="http://schemas.microsoft.com/office/drawing/2014/main" id="{92A60360-9FD5-3951-0D03-7CCE64F02BB5}"/>
              </a:ext>
            </a:extLst>
          </p:cNvPr>
          <p:cNvSpPr txBox="1"/>
          <p:nvPr/>
        </p:nvSpPr>
        <p:spPr>
          <a:xfrm>
            <a:off x="6506661" y="4539310"/>
            <a:ext cx="4027599" cy="550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599" b="1" spc="-32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Provides learner profile insights to support personalized content delivery.</a:t>
            </a:r>
          </a:p>
        </p:txBody>
      </p:sp>
      <p:sp>
        <p:nvSpPr>
          <p:cNvPr id="73" name="TextBox 28">
            <a:extLst>
              <a:ext uri="{FF2B5EF4-FFF2-40B4-BE49-F238E27FC236}">
                <a16:creationId xmlns:a16="http://schemas.microsoft.com/office/drawing/2014/main" id="{5334D995-63AE-6B88-5E60-306D9A4AB7F2}"/>
              </a:ext>
            </a:extLst>
          </p:cNvPr>
          <p:cNvSpPr txBox="1"/>
          <p:nvPr/>
        </p:nvSpPr>
        <p:spPr>
          <a:xfrm>
            <a:off x="678657" y="5621029"/>
            <a:ext cx="1625203" cy="571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547" b="1" spc="-3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Survey +</a:t>
            </a:r>
          </a:p>
          <a:p>
            <a:pPr algn="ctr">
              <a:lnSpc>
                <a:spcPts val="2321"/>
              </a:lnSpc>
            </a:pPr>
            <a:r>
              <a:rPr lang="en-US" sz="1547" b="1" spc="-31">
                <a:latin typeface="Aptos" panose="020B0004020202020204" pitchFamily="34" charset="0"/>
                <a:ea typeface="Inter Medium"/>
                <a:cs typeface="Inter Medium"/>
                <a:sym typeface="Inter Medium"/>
              </a:rPr>
              <a:t>Camera + Goal</a:t>
            </a:r>
          </a:p>
        </p:txBody>
      </p:sp>
      <p:sp>
        <p:nvSpPr>
          <p:cNvPr id="75" name="TextBox 29">
            <a:extLst>
              <a:ext uri="{FF2B5EF4-FFF2-40B4-BE49-F238E27FC236}">
                <a16:creationId xmlns:a16="http://schemas.microsoft.com/office/drawing/2014/main" id="{62D55EF2-E076-2D29-7A08-DF61738402D6}"/>
              </a:ext>
            </a:extLst>
          </p:cNvPr>
          <p:cNvSpPr txBox="1"/>
          <p:nvPr/>
        </p:nvSpPr>
        <p:spPr>
          <a:xfrm>
            <a:off x="9947672" y="5733706"/>
            <a:ext cx="1464469" cy="27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547" b="1" spc="-31"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Recalibrate</a:t>
            </a:r>
          </a:p>
        </p:txBody>
      </p:sp>
      <p:sp>
        <p:nvSpPr>
          <p:cNvPr id="77" name="TextBox 30">
            <a:extLst>
              <a:ext uri="{FF2B5EF4-FFF2-40B4-BE49-F238E27FC236}">
                <a16:creationId xmlns:a16="http://schemas.microsoft.com/office/drawing/2014/main" id="{28160F70-4759-E154-6092-20992E462B22}"/>
              </a:ext>
            </a:extLst>
          </p:cNvPr>
          <p:cNvSpPr txBox="1"/>
          <p:nvPr/>
        </p:nvSpPr>
        <p:spPr>
          <a:xfrm>
            <a:off x="6911578" y="5733706"/>
            <a:ext cx="1339453" cy="27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547" b="1" spc="-31"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Practice</a:t>
            </a:r>
          </a:p>
        </p:txBody>
      </p:sp>
      <p:sp>
        <p:nvSpPr>
          <p:cNvPr id="79" name="TextBox 31">
            <a:extLst>
              <a:ext uri="{FF2B5EF4-FFF2-40B4-BE49-F238E27FC236}">
                <a16:creationId xmlns:a16="http://schemas.microsoft.com/office/drawing/2014/main" id="{EA222EA4-A4FB-F8CE-842C-CDF53312A3BD}"/>
              </a:ext>
            </a:extLst>
          </p:cNvPr>
          <p:cNvSpPr txBox="1"/>
          <p:nvPr/>
        </p:nvSpPr>
        <p:spPr>
          <a:xfrm>
            <a:off x="3875485" y="5733706"/>
            <a:ext cx="1339453" cy="27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547" b="1" spc="-31">
                <a:latin typeface="Aptos" panose="020B0004020202020204" pitchFamily="34" charset="0"/>
                <a:ea typeface="Inter Semi-Bold"/>
                <a:cs typeface="Inter Semi-Bold"/>
                <a:sym typeface="Inter Semi-Bold"/>
              </a:rPr>
              <a:t>Plan</a:t>
            </a:r>
          </a:p>
        </p:txBody>
      </p:sp>
      <p:sp>
        <p:nvSpPr>
          <p:cNvPr id="81" name="TextBox 22">
            <a:extLst>
              <a:ext uri="{FF2B5EF4-FFF2-40B4-BE49-F238E27FC236}">
                <a16:creationId xmlns:a16="http://schemas.microsoft.com/office/drawing/2014/main" id="{8E27567E-0018-9D3F-4FE5-74227F87196E}"/>
              </a:ext>
            </a:extLst>
          </p:cNvPr>
          <p:cNvSpPr txBox="1"/>
          <p:nvPr/>
        </p:nvSpPr>
        <p:spPr>
          <a:xfrm>
            <a:off x="792837" y="4195295"/>
            <a:ext cx="2918943" cy="311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6"/>
              </a:lnSpc>
            </a:pPr>
            <a:r>
              <a:rPr lang="en-US" sz="1805" b="1" spc="-36">
                <a:solidFill>
                  <a:srgbClr val="5F4F97"/>
                </a:solidFill>
                <a:latin typeface="Aptos" panose="020B0004020202020204" pitchFamily="34" charset="0"/>
              </a:rPr>
              <a:t>Learner Profile Generation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E6C448E-9EA0-93EE-BFB5-BB25463605A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545" t="19175" r="-498"/>
          <a:stretch>
            <a:fillRect/>
          </a:stretch>
        </p:blipFill>
        <p:spPr>
          <a:xfrm>
            <a:off x="9361" y="1979951"/>
            <a:ext cx="12180155" cy="4459578"/>
          </a:xfrm>
          <a:prstGeom prst="rect">
            <a:avLst/>
          </a:prstGeom>
        </p:spPr>
      </p:pic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4A11CC21-7891-BDCB-00F2-59C71D16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77240"/>
            <a:ext cx="2057400" cy="1691640"/>
          </a:xfrm>
          <a:prstGeom prst="ellipse">
            <a:avLst/>
          </a:prstGeom>
          <a:solidFill>
            <a:srgbClr val="DDCC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-822960"/>
            <a:ext cx="2148840" cy="1828800"/>
          </a:xfrm>
          <a:prstGeom prst="ellipse">
            <a:avLst/>
          </a:prstGeom>
          <a:solidFill>
            <a:srgbClr val="CCB7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6519672"/>
            <a:ext cx="1463040" cy="640080"/>
          </a:xfrm>
          <a:prstGeom prst="ellipse">
            <a:avLst/>
          </a:prstGeom>
          <a:solidFill>
            <a:srgbClr val="E4D5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6446520"/>
            <a:ext cx="1371600" cy="640080"/>
          </a:xfrm>
          <a:prstGeom prst="ellipse">
            <a:avLst/>
          </a:prstGeom>
          <a:solidFill>
            <a:srgbClr val="E4D5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365760"/>
            <a:ext cx="694944" cy="694944"/>
          </a:xfrm>
          <a:prstGeom prst="ellipse">
            <a:avLst/>
          </a:prstGeom>
          <a:solidFill>
            <a:srgbClr val="E9D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0976" y="786384"/>
            <a:ext cx="68580" cy="155448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6132" y="694944"/>
            <a:ext cx="68580" cy="246888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61288" y="603504"/>
            <a:ext cx="68580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27632" y="3474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700" b="1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Results</a:t>
            </a:r>
            <a:endParaRPr lang="en-US" sz="3700"/>
          </a:p>
        </p:txBody>
      </p:sp>
      <p:sp>
        <p:nvSpPr>
          <p:cNvPr id="11" name="Text 9"/>
          <p:cNvSpPr/>
          <p:nvPr/>
        </p:nvSpPr>
        <p:spPr>
          <a:xfrm>
            <a:off x="1627632" y="905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E68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of Baseline vs. Adaptive across Expert Review (MCQs) and Lecturer Guidance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86384" y="1371600"/>
            <a:ext cx="10570464" cy="0"/>
          </a:xfrm>
          <a:prstGeom prst="line">
            <a:avLst/>
          </a:prstGeom>
          <a:noFill/>
          <a:ln w="15240">
            <a:solidFill>
              <a:srgbClr val="E5D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6304" y="1499616"/>
            <a:ext cx="5879592" cy="4123944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8890">
            <a:solidFill>
              <a:srgbClr val="E5D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627632"/>
            <a:ext cx="5660136" cy="530352"/>
          </a:xfrm>
          <a:prstGeom prst="roundRect">
            <a:avLst>
              <a:gd name="adj" fmla="val 20690"/>
            </a:avLst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4904" y="1673352"/>
            <a:ext cx="420624" cy="420624"/>
          </a:xfrm>
          <a:prstGeom prst="ellipse">
            <a:avLst/>
          </a:prstGeom>
          <a:solidFill>
            <a:srgbClr val="E9D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" y="1746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>
                <a:solidFill>
                  <a:srgbClr val="7549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900"/>
          </a:p>
        </p:txBody>
      </p:sp>
      <p:sp>
        <p:nvSpPr>
          <p:cNvPr id="17" name="Text 15"/>
          <p:cNvSpPr/>
          <p:nvPr/>
        </p:nvSpPr>
        <p:spPr>
          <a:xfrm>
            <a:off x="896112" y="170992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/ MCQ expert review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768096" y="2240280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>
                <a:solidFill>
                  <a:srgbClr val="6E68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lecturers reviewed one baseline/adaptive lesson-pack pair each,</a:t>
            </a:r>
            <a:endParaRPr lang="en-US" sz="1140"/>
          </a:p>
          <a:p>
            <a:pPr marL="0" indent="0" algn="ctr">
              <a:buNone/>
            </a:pPr>
            <a:r>
              <a:rPr lang="en-US" sz="1140">
                <a:solidFill>
                  <a:srgbClr val="6E68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10 questions per set.</a:t>
            </a:r>
            <a:endParaRPr lang="en-US" sz="1140"/>
          </a:p>
        </p:txBody>
      </p:sp>
      <p:sp>
        <p:nvSpPr>
          <p:cNvPr id="19" name="Shape 17"/>
          <p:cNvSpPr/>
          <p:nvPr/>
        </p:nvSpPr>
        <p:spPr>
          <a:xfrm>
            <a:off x="6172200" y="1499616"/>
            <a:ext cx="5879592" cy="4123944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8890">
            <a:solidFill>
              <a:srgbClr val="E5D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81928" y="1627632"/>
            <a:ext cx="5660136" cy="530352"/>
          </a:xfrm>
          <a:prstGeom prst="roundRect">
            <a:avLst>
              <a:gd name="adj" fmla="val 20690"/>
            </a:avLst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1673352"/>
            <a:ext cx="420624" cy="420624"/>
          </a:xfrm>
          <a:prstGeom prst="ellipse">
            <a:avLst/>
          </a:prstGeom>
          <a:solidFill>
            <a:srgbClr val="E9D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1746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>
                <a:solidFill>
                  <a:srgbClr val="7549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900"/>
          </a:p>
        </p:txBody>
      </p:sp>
      <p:sp>
        <p:nvSpPr>
          <p:cNvPr id="23" name="Text 21"/>
          <p:cNvSpPr/>
          <p:nvPr/>
        </p:nvSpPr>
        <p:spPr>
          <a:xfrm>
            <a:off x="6922008" y="170992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/ Lecturer guidance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6793992" y="2240280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>
                <a:solidFill>
                  <a:srgbClr val="6E68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lecturers reviewed 3 paired cases each. Mean ratings on a 1–5 scale,</a:t>
            </a:r>
            <a:endParaRPr lang="en-US" sz="1140"/>
          </a:p>
          <a:p>
            <a:pPr marL="0" indent="0" algn="ctr">
              <a:buNone/>
            </a:pPr>
            <a:r>
              <a:rPr lang="en-US" sz="1140">
                <a:solidFill>
                  <a:srgbClr val="6E68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15 ratings per method.</a:t>
            </a:r>
            <a:endParaRPr lang="en-US" sz="1140"/>
          </a:p>
        </p:txBody>
      </p:sp>
      <p:sp>
        <p:nvSpPr>
          <p:cNvPr id="25" name="Shape 23"/>
          <p:cNvSpPr/>
          <p:nvPr/>
        </p:nvSpPr>
        <p:spPr>
          <a:xfrm>
            <a:off x="804672" y="4654296"/>
            <a:ext cx="4782312" cy="0"/>
          </a:xfrm>
          <a:prstGeom prst="line">
            <a:avLst/>
          </a:prstGeom>
          <a:noFill/>
          <a:ln w="12700">
            <a:solidFill>
              <a:srgbClr val="BBB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804672" y="4328770"/>
            <a:ext cx="4782312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" y="423733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804672" y="4003243"/>
            <a:ext cx="4782312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" y="3911803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804672" y="3677717"/>
            <a:ext cx="4782312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" y="3586277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804672" y="3352190"/>
            <a:ext cx="4782312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" y="326075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804672" y="3026664"/>
            <a:ext cx="4782312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" y="293522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1101806" y="3905585"/>
            <a:ext cx="286939" cy="748711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16177" y="3300106"/>
            <a:ext cx="286939" cy="1354190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33226" y="3686129"/>
            <a:ext cx="42409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2.30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1393317" y="3080650"/>
            <a:ext cx="4332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4.16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816628" y="4773168"/>
            <a:ext cx="1171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Wording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manageability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2297384" y="3820948"/>
            <a:ext cx="286939" cy="833348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11755" y="3241511"/>
            <a:ext cx="286939" cy="1412785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228804" y="3601492"/>
            <a:ext cx="42409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2.56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2588895" y="3022055"/>
            <a:ext cx="4332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4.34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2012206" y="4773168"/>
            <a:ext cx="1171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Difficulty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suitability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3492962" y="3931627"/>
            <a:ext cx="286939" cy="722669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807333" y="3300106"/>
            <a:ext cx="286939" cy="1354190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24382" y="3712171"/>
            <a:ext cx="42409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2.22</a:t>
            </a:r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3784473" y="3080650"/>
            <a:ext cx="4332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4.16</a:t>
            </a:r>
            <a:endParaRPr lang="en-US" sz="1100"/>
          </a:p>
        </p:txBody>
      </p:sp>
      <p:sp>
        <p:nvSpPr>
          <p:cNvPr id="51" name="Text 49"/>
          <p:cNvSpPr/>
          <p:nvPr/>
        </p:nvSpPr>
        <p:spPr>
          <a:xfrm>
            <a:off x="3207784" y="4773168"/>
            <a:ext cx="1171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Directness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4688540" y="3938138"/>
            <a:ext cx="286939" cy="716158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02911" y="3287085"/>
            <a:ext cx="286939" cy="1367211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19960" y="3718682"/>
            <a:ext cx="42409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2.20</a:t>
            </a:r>
            <a:endParaRPr lang="en-US" sz="1100"/>
          </a:p>
        </p:txBody>
      </p:sp>
      <p:sp>
        <p:nvSpPr>
          <p:cNvPr id="55" name="Text 53"/>
          <p:cNvSpPr/>
          <p:nvPr/>
        </p:nvSpPr>
        <p:spPr>
          <a:xfrm>
            <a:off x="4980051" y="3067629"/>
            <a:ext cx="4332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4.20</a:t>
            </a:r>
            <a:endParaRPr lang="en-US" sz="1100"/>
          </a:p>
        </p:txBody>
      </p:sp>
      <p:sp>
        <p:nvSpPr>
          <p:cNvPr id="56" name="Text 54"/>
          <p:cNvSpPr/>
          <p:nvPr/>
        </p:nvSpPr>
        <p:spPr>
          <a:xfrm>
            <a:off x="4403362" y="4773168"/>
            <a:ext cx="1171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suitability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6775704" y="4654296"/>
            <a:ext cx="4846320" cy="0"/>
          </a:xfrm>
          <a:prstGeom prst="line">
            <a:avLst/>
          </a:prstGeom>
          <a:noFill/>
          <a:ln w="12700">
            <a:solidFill>
              <a:srgbClr val="BBB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64808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/>
          </a:p>
        </p:txBody>
      </p:sp>
      <p:sp>
        <p:nvSpPr>
          <p:cNvPr id="59" name="Shape 57"/>
          <p:cNvSpPr/>
          <p:nvPr/>
        </p:nvSpPr>
        <p:spPr>
          <a:xfrm>
            <a:off x="6775704" y="4328770"/>
            <a:ext cx="4846320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64808" y="423733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/>
          </a:p>
        </p:txBody>
      </p:sp>
      <p:sp>
        <p:nvSpPr>
          <p:cNvPr id="61" name="Shape 59"/>
          <p:cNvSpPr/>
          <p:nvPr/>
        </p:nvSpPr>
        <p:spPr>
          <a:xfrm>
            <a:off x="6775704" y="4003243"/>
            <a:ext cx="4846320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64808" y="3911803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6775704" y="3677717"/>
            <a:ext cx="4846320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64808" y="3586277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/>
          </a:p>
        </p:txBody>
      </p:sp>
      <p:sp>
        <p:nvSpPr>
          <p:cNvPr id="65" name="Shape 63"/>
          <p:cNvSpPr/>
          <p:nvPr/>
        </p:nvSpPr>
        <p:spPr>
          <a:xfrm>
            <a:off x="6775704" y="3352190"/>
            <a:ext cx="4846320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64808" y="326075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6775704" y="3026664"/>
            <a:ext cx="4846320" cy="0"/>
          </a:xfrm>
          <a:prstGeom prst="line">
            <a:avLst/>
          </a:prstGeom>
          <a:noFill/>
          <a:ln w="6985">
            <a:solidFill>
              <a:srgbClr val="E5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64808" y="293522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/>
          </a:p>
        </p:txBody>
      </p:sp>
      <p:sp>
        <p:nvSpPr>
          <p:cNvPr id="69" name="Shape 67"/>
          <p:cNvSpPr/>
          <p:nvPr/>
        </p:nvSpPr>
        <p:spPr>
          <a:xfrm>
            <a:off x="7013997" y="3654930"/>
            <a:ext cx="232623" cy="999366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274052" y="3287085"/>
            <a:ext cx="232623" cy="1367211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945417" y="3435474"/>
            <a:ext cx="36978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3.07</a:t>
            </a:r>
            <a:endParaRPr lang="en-US" sz="1100"/>
          </a:p>
        </p:txBody>
      </p:sp>
      <p:sp>
        <p:nvSpPr>
          <p:cNvPr id="72" name="Text 70"/>
          <p:cNvSpPr/>
          <p:nvPr/>
        </p:nvSpPr>
        <p:spPr>
          <a:xfrm>
            <a:off x="7251192" y="3067629"/>
            <a:ext cx="37892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4.20</a:t>
            </a:r>
            <a:endParaRPr lang="en-US" sz="1100"/>
          </a:p>
        </p:txBody>
      </p:sp>
      <p:sp>
        <p:nvSpPr>
          <p:cNvPr id="73" name="Text 71"/>
          <p:cNvSpPr/>
          <p:nvPr/>
        </p:nvSpPr>
        <p:spPr>
          <a:xfrm>
            <a:off x="6785397" y="4773168"/>
            <a:ext cx="949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</a:t>
            </a:r>
            <a:endParaRPr lang="en-US" sz="1000"/>
          </a:p>
        </p:txBody>
      </p:sp>
      <p:sp>
        <p:nvSpPr>
          <p:cNvPr id="74" name="Shape 72"/>
          <p:cNvSpPr/>
          <p:nvPr/>
        </p:nvSpPr>
        <p:spPr>
          <a:xfrm>
            <a:off x="7983261" y="3742822"/>
            <a:ext cx="232623" cy="911474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243316" y="3287085"/>
            <a:ext cx="232623" cy="1367211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914681" y="3523366"/>
            <a:ext cx="36978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2.80</a:t>
            </a:r>
            <a:endParaRPr lang="en-US" sz="1100"/>
          </a:p>
        </p:txBody>
      </p:sp>
      <p:sp>
        <p:nvSpPr>
          <p:cNvPr id="77" name="Text 75"/>
          <p:cNvSpPr/>
          <p:nvPr/>
        </p:nvSpPr>
        <p:spPr>
          <a:xfrm>
            <a:off x="8220456" y="3067629"/>
            <a:ext cx="37892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4.20</a:t>
            </a:r>
            <a:endParaRPr lang="en-US" sz="1100"/>
          </a:p>
        </p:txBody>
      </p:sp>
      <p:sp>
        <p:nvSpPr>
          <p:cNvPr id="78" name="Text 76"/>
          <p:cNvSpPr/>
          <p:nvPr/>
        </p:nvSpPr>
        <p:spPr>
          <a:xfrm>
            <a:off x="7754661" y="4773168"/>
            <a:ext cx="949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relevance</a:t>
            </a:r>
            <a:endParaRPr lang="en-US" sz="1000"/>
          </a:p>
        </p:txBody>
      </p:sp>
      <p:sp>
        <p:nvSpPr>
          <p:cNvPr id="79" name="Shape 77"/>
          <p:cNvSpPr/>
          <p:nvPr/>
        </p:nvSpPr>
        <p:spPr>
          <a:xfrm>
            <a:off x="8952525" y="3700504"/>
            <a:ext cx="232623" cy="953792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9212580" y="3221980"/>
            <a:ext cx="232623" cy="1432316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883945" y="3481048"/>
            <a:ext cx="36978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2.93</a:t>
            </a:r>
            <a:endParaRPr lang="en-US" sz="1100"/>
          </a:p>
        </p:txBody>
      </p:sp>
      <p:sp>
        <p:nvSpPr>
          <p:cNvPr id="82" name="Text 80"/>
          <p:cNvSpPr/>
          <p:nvPr/>
        </p:nvSpPr>
        <p:spPr>
          <a:xfrm>
            <a:off x="9189720" y="3002524"/>
            <a:ext cx="37892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4.40</a:t>
            </a:r>
            <a:endParaRPr lang="en-US" sz="1100"/>
          </a:p>
        </p:txBody>
      </p:sp>
      <p:sp>
        <p:nvSpPr>
          <p:cNvPr id="83" name="Text 81"/>
          <p:cNvSpPr/>
          <p:nvPr/>
        </p:nvSpPr>
        <p:spPr>
          <a:xfrm>
            <a:off x="8723925" y="4773168"/>
            <a:ext cx="949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usefulness</a:t>
            </a:r>
            <a:endParaRPr lang="en-US" sz="1000"/>
          </a:p>
        </p:txBody>
      </p:sp>
      <p:sp>
        <p:nvSpPr>
          <p:cNvPr id="84" name="Shape 82"/>
          <p:cNvSpPr/>
          <p:nvPr/>
        </p:nvSpPr>
        <p:spPr>
          <a:xfrm>
            <a:off x="9921789" y="3700504"/>
            <a:ext cx="232623" cy="953792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0181844" y="3156875"/>
            <a:ext cx="232623" cy="1497421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853209" y="3481048"/>
            <a:ext cx="36978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2.93</a:t>
            </a:r>
            <a:endParaRPr lang="en-US" sz="1100"/>
          </a:p>
        </p:txBody>
      </p:sp>
      <p:sp>
        <p:nvSpPr>
          <p:cNvPr id="87" name="Text 85"/>
          <p:cNvSpPr/>
          <p:nvPr/>
        </p:nvSpPr>
        <p:spPr>
          <a:xfrm>
            <a:off x="10158984" y="2937419"/>
            <a:ext cx="37892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4.60</a:t>
            </a:r>
            <a:endParaRPr lang="en-US" sz="1100"/>
          </a:p>
        </p:txBody>
      </p:sp>
      <p:sp>
        <p:nvSpPr>
          <p:cNvPr id="88" name="Text 86"/>
          <p:cNvSpPr/>
          <p:nvPr/>
        </p:nvSpPr>
        <p:spPr>
          <a:xfrm>
            <a:off x="9693189" y="4773168"/>
            <a:ext cx="949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suitability</a:t>
            </a:r>
            <a:endParaRPr lang="en-US" sz="1000"/>
          </a:p>
        </p:txBody>
      </p:sp>
      <p:sp>
        <p:nvSpPr>
          <p:cNvPr id="89" name="Shape 87"/>
          <p:cNvSpPr/>
          <p:nvPr/>
        </p:nvSpPr>
        <p:spPr>
          <a:xfrm>
            <a:off x="10891053" y="3654930"/>
            <a:ext cx="232623" cy="999366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151108" y="3264298"/>
            <a:ext cx="232623" cy="1389998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0822473" y="3435474"/>
            <a:ext cx="36978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3.07</a:t>
            </a:r>
            <a:endParaRPr lang="en-US" sz="1100"/>
          </a:p>
        </p:txBody>
      </p:sp>
      <p:sp>
        <p:nvSpPr>
          <p:cNvPr id="92" name="Text 90"/>
          <p:cNvSpPr/>
          <p:nvPr/>
        </p:nvSpPr>
        <p:spPr>
          <a:xfrm>
            <a:off x="11128248" y="3044842"/>
            <a:ext cx="37892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01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4.27</a:t>
            </a:r>
            <a:endParaRPr lang="en-US" sz="1100"/>
          </a:p>
        </p:txBody>
      </p:sp>
      <p:sp>
        <p:nvSpPr>
          <p:cNvPr id="93" name="Text 91"/>
          <p:cNvSpPr/>
          <p:nvPr/>
        </p:nvSpPr>
        <p:spPr>
          <a:xfrm>
            <a:off x="10662453" y="4773168"/>
            <a:ext cx="949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usefulness</a:t>
            </a:r>
            <a:endParaRPr lang="en-US" sz="1000"/>
          </a:p>
        </p:txBody>
      </p:sp>
      <p:sp>
        <p:nvSpPr>
          <p:cNvPr id="94" name="Shape 92"/>
          <p:cNvSpPr/>
          <p:nvPr/>
        </p:nvSpPr>
        <p:spPr>
          <a:xfrm>
            <a:off x="2432304" y="5367528"/>
            <a:ext cx="137160" cy="137160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624328" y="534375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100"/>
          </a:p>
        </p:txBody>
      </p:sp>
      <p:sp>
        <p:nvSpPr>
          <p:cNvPr id="96" name="Shape 94"/>
          <p:cNvSpPr/>
          <p:nvPr/>
        </p:nvSpPr>
        <p:spPr>
          <a:xfrm>
            <a:off x="3529584" y="5367528"/>
            <a:ext cx="137160" cy="137160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730752" y="5343754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</a:t>
            </a:r>
            <a:endParaRPr lang="en-US" sz="1100"/>
          </a:p>
        </p:txBody>
      </p:sp>
      <p:sp>
        <p:nvSpPr>
          <p:cNvPr id="98" name="Shape 96"/>
          <p:cNvSpPr/>
          <p:nvPr/>
        </p:nvSpPr>
        <p:spPr>
          <a:xfrm>
            <a:off x="8467344" y="5367528"/>
            <a:ext cx="137160" cy="137160"/>
          </a:xfrm>
          <a:prstGeom prst="rect">
            <a:avLst/>
          </a:prstGeom>
          <a:solidFill>
            <a:srgbClr val="BAB3D3"/>
          </a:solidFill>
          <a:ln w="12700">
            <a:solidFill>
              <a:srgbClr val="BAB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8659368" y="534375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100"/>
          </a:p>
        </p:txBody>
      </p:sp>
      <p:sp>
        <p:nvSpPr>
          <p:cNvPr id="100" name="Shape 98"/>
          <p:cNvSpPr/>
          <p:nvPr/>
        </p:nvSpPr>
        <p:spPr>
          <a:xfrm>
            <a:off x="9564624" y="5367528"/>
            <a:ext cx="137160" cy="137160"/>
          </a:xfrm>
          <a:prstGeom prst="rect">
            <a:avLst/>
          </a:prstGeom>
          <a:solidFill>
            <a:srgbClr val="7549CB"/>
          </a:solidFill>
          <a:ln w="12700">
            <a:solidFill>
              <a:srgbClr val="754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765792" y="5343754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</a:t>
            </a:r>
            <a:endParaRPr lang="en-US" sz="1100"/>
          </a:p>
        </p:txBody>
      </p:sp>
      <p:sp>
        <p:nvSpPr>
          <p:cNvPr id="102" name="Shape 100"/>
          <p:cNvSpPr/>
          <p:nvPr/>
        </p:nvSpPr>
        <p:spPr>
          <a:xfrm>
            <a:off x="182880" y="5733288"/>
            <a:ext cx="5824728" cy="777240"/>
          </a:xfrm>
          <a:prstGeom prst="roundRect">
            <a:avLst>
              <a:gd name="adj" fmla="val 21176"/>
            </a:avLst>
          </a:prstGeom>
          <a:solidFill>
            <a:srgbClr val="EBE2FF"/>
          </a:solidFill>
          <a:ln w="12700">
            <a:solidFill>
              <a:srgbClr val="EBE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6190488" y="5733288"/>
            <a:ext cx="5815584" cy="777240"/>
          </a:xfrm>
          <a:prstGeom prst="roundRect">
            <a:avLst>
              <a:gd name="adj" fmla="val 21176"/>
            </a:avLst>
          </a:prstGeom>
          <a:solidFill>
            <a:srgbClr val="EBE2FF"/>
          </a:solidFill>
          <a:ln w="12700">
            <a:solidFill>
              <a:srgbClr val="EBE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74904" y="5879592"/>
            <a:ext cx="420624" cy="420624"/>
          </a:xfrm>
          <a:prstGeom prst="ellipse">
            <a:avLst/>
          </a:prstGeom>
          <a:solidFill>
            <a:srgbClr val="7549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61772" y="5934456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100"/>
          </a:p>
        </p:txBody>
      </p:sp>
      <p:sp>
        <p:nvSpPr>
          <p:cNvPr id="106" name="Shape 104"/>
          <p:cNvSpPr/>
          <p:nvPr/>
        </p:nvSpPr>
        <p:spPr>
          <a:xfrm>
            <a:off x="6382512" y="5879592"/>
            <a:ext cx="420624" cy="420624"/>
          </a:xfrm>
          <a:prstGeom prst="ellipse">
            <a:avLst/>
          </a:prstGeom>
          <a:solidFill>
            <a:srgbClr val="7549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469380" y="5934456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100"/>
          </a:p>
        </p:txBody>
      </p:sp>
      <p:sp>
        <p:nvSpPr>
          <p:cNvPr id="108" name="Text 106"/>
          <p:cNvSpPr/>
          <p:nvPr/>
        </p:nvSpPr>
        <p:spPr>
          <a:xfrm>
            <a:off x="1024128" y="5907024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 lecturers preferred the adaptive MCQs</a:t>
            </a:r>
            <a:endParaRPr lang="en-US" sz="1500"/>
          </a:p>
        </p:txBody>
      </p:sp>
      <p:sp>
        <p:nvSpPr>
          <p:cNvPr id="109" name="Text 107"/>
          <p:cNvSpPr/>
          <p:nvPr/>
        </p:nvSpPr>
        <p:spPr>
          <a:xfrm>
            <a:off x="1024128" y="6190488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Answer-key checks: baseline 50 Yes. Adaptive 49 Yes, 1 Uncertain.</a:t>
            </a:r>
            <a:endParaRPr lang="en-US" sz="1160"/>
          </a:p>
        </p:txBody>
      </p:sp>
      <p:sp>
        <p:nvSpPr>
          <p:cNvPr id="110" name="Text 108"/>
          <p:cNvSpPr/>
          <p:nvPr/>
        </p:nvSpPr>
        <p:spPr>
          <a:xfrm>
            <a:off x="7022592" y="5925312"/>
            <a:ext cx="4828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261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15/15 paired cases preferred adaptive guidance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365760" y="-411480"/>
            <a:ext cx="2103120" cy="1463040"/>
          </a:xfrm>
          <a:prstGeom prst="roundRect">
            <a:avLst/>
          </a:prstGeom>
          <a:solidFill>
            <a:srgbClr val="E2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15600" y="-548640"/>
            <a:ext cx="2194560" cy="1508760"/>
          </a:xfrm>
          <a:prstGeom prst="roundRect">
            <a:avLst/>
          </a:prstGeom>
          <a:solidFill>
            <a:srgbClr val="D3B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2800" b="1">
                <a:solidFill>
                  <a:srgbClr val="271268"/>
                </a:solidFill>
                <a:latin typeface="Aptos"/>
              </a:defRPr>
            </a:pPr>
            <a:r>
              <a:t>Commercialization, Limitations &amp; Future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417320"/>
            <a:ext cx="5166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864608" cy="548640"/>
          </a:xfrm>
          <a:prstGeom prst="roundRect">
            <a:avLst/>
          </a:prstGeom>
          <a:solidFill>
            <a:srgbClr val="674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4389120" cy="347472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Commercialization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404872"/>
            <a:ext cx="466344" cy="466344"/>
          </a:xfrm>
          <a:prstGeom prst="roundRect">
            <a:avLst/>
          </a:prstGeom>
          <a:solidFill>
            <a:srgbClr val="2F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2500884"/>
            <a:ext cx="338328" cy="256032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2395728"/>
            <a:ext cx="1737360" cy="374904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600" b="1">
                <a:solidFill>
                  <a:srgbClr val="271268"/>
                </a:solidFill>
                <a:latin typeface="Aptos"/>
              </a:defRPr>
            </a:pPr>
            <a:r>
              <a:rPr lang="en-US" sz="2000"/>
              <a:t>Free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816352"/>
            <a:ext cx="1764792" cy="79868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0">
                <a:solidFill>
                  <a:srgbClr val="524D74"/>
                </a:solidFill>
                <a:latin typeface="Aptos"/>
              </a:defRPr>
            </a:pPr>
            <a:r>
              <a:rPr lang="en-US" sz="1600"/>
              <a:t>Open access for early practice and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8" y="2404872"/>
            <a:ext cx="466344" cy="466344"/>
          </a:xfrm>
          <a:prstGeom prst="roundRect">
            <a:avLst/>
          </a:prstGeom>
          <a:solidFill>
            <a:srgbClr val="18B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4096" y="2500884"/>
            <a:ext cx="338328" cy="256032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395728"/>
            <a:ext cx="1737360" cy="374904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600" b="1">
                <a:solidFill>
                  <a:srgbClr val="271268"/>
                </a:solidFill>
                <a:latin typeface="Aptos"/>
              </a:defRPr>
            </a:pPr>
            <a:r>
              <a:rPr lang="en-US" sz="2000"/>
              <a:t>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816352"/>
            <a:ext cx="1764792" cy="1044901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0">
                <a:solidFill>
                  <a:srgbClr val="524D74"/>
                </a:solidFill>
                <a:latin typeface="Aptos"/>
              </a:defRPr>
            </a:pPr>
            <a:r>
              <a:rPr lang="en-US" sz="1600"/>
              <a:t>Students and educators experience adaptive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251960"/>
            <a:ext cx="466344" cy="466344"/>
          </a:xfrm>
          <a:prstGeom prst="roundRect">
            <a:avLst/>
          </a:prstGeom>
          <a:solidFill>
            <a:srgbClr val="FFA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4347972"/>
            <a:ext cx="338328" cy="256032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4242816"/>
            <a:ext cx="1737360" cy="67557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600" b="1">
                <a:solidFill>
                  <a:srgbClr val="271268"/>
                </a:solidFill>
                <a:latin typeface="Aptos"/>
              </a:defRPr>
            </a:pPr>
            <a:r>
              <a:rPr lang="en-US" sz="2000"/>
              <a:t>Revenue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9345" y="4995594"/>
            <a:ext cx="1764792" cy="79868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0">
                <a:solidFill>
                  <a:srgbClr val="524D74"/>
                </a:solidFill>
                <a:latin typeface="Aptos"/>
              </a:defRPr>
            </a:pPr>
            <a:r>
              <a:rPr lang="en-US" sz="1600"/>
              <a:t>Educators introduce premium learning courses.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0088" y="4251960"/>
            <a:ext cx="466344" cy="466344"/>
          </a:xfrm>
          <a:prstGeom prst="roundRect">
            <a:avLst/>
          </a:prstGeom>
          <a:solidFill>
            <a:srgbClr val="19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54096" y="4347972"/>
            <a:ext cx="338328" cy="256032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016" y="4242816"/>
            <a:ext cx="1737360" cy="374904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600" b="1">
                <a:solidFill>
                  <a:srgbClr val="271268"/>
                </a:solidFill>
                <a:latin typeface="Aptos"/>
              </a:defRPr>
            </a:pPr>
            <a:r>
              <a:rPr lang="en-US" sz="2000"/>
              <a:t>Paid courses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5005363"/>
            <a:ext cx="1764792" cy="1044901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0">
                <a:solidFill>
                  <a:srgbClr val="524D74"/>
                </a:solidFill>
                <a:latin typeface="Aptos"/>
              </a:defRPr>
            </a:pPr>
            <a:r>
              <a:rPr lang="en-US" sz="1600"/>
              <a:t>Revenue shared through course sales with educators.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87568" y="1417320"/>
            <a:ext cx="61539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852160" y="1572768"/>
            <a:ext cx="5815584" cy="548640"/>
          </a:xfrm>
          <a:prstGeom prst="roundRect">
            <a:avLst/>
          </a:prstGeom>
          <a:solidFill>
            <a:srgbClr val="674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08192" y="1664208"/>
            <a:ext cx="5303520" cy="32004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Four Key Limitations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16168" y="2295144"/>
            <a:ext cx="5660136" cy="502920"/>
          </a:xfrm>
          <a:prstGeom prst="roundRect">
            <a:avLst/>
          </a:prstGeom>
          <a:solidFill>
            <a:srgbClr val="F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382012"/>
            <a:ext cx="347472" cy="27432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1">
                <a:solidFill>
                  <a:srgbClr val="6740C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350008"/>
            <a:ext cx="4965192" cy="260071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0">
                <a:solidFill>
                  <a:srgbClr val="271268"/>
                </a:solidFill>
                <a:latin typeface="Aptos"/>
              </a:defRPr>
            </a:pPr>
            <a:r>
              <a:rPr lang="en-US"/>
              <a:t>Need more dataset </a:t>
            </a:r>
            <a: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16168" y="2880360"/>
            <a:ext cx="5660136" cy="502920"/>
          </a:xfrm>
          <a:prstGeom prst="roundRect">
            <a:avLst/>
          </a:prstGeom>
          <a:solidFill>
            <a:srgbClr val="F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2967228"/>
            <a:ext cx="347472" cy="27432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1">
                <a:solidFill>
                  <a:srgbClr val="6740C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2935224"/>
            <a:ext cx="4965192" cy="41148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0">
                <a:solidFill>
                  <a:srgbClr val="271268"/>
                </a:solidFill>
                <a:latin typeface="Aptos"/>
              </a:defRPr>
            </a:pPr>
            <a:r>
              <a:t>Interaction signals estimate cognitive load indirectly, not mental state directly.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16168" y="3465576"/>
            <a:ext cx="5660136" cy="502920"/>
          </a:xfrm>
          <a:prstGeom prst="roundRect">
            <a:avLst/>
          </a:prstGeom>
          <a:solidFill>
            <a:srgbClr val="F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3552444"/>
            <a:ext cx="347472" cy="27432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1">
                <a:solidFill>
                  <a:srgbClr val="6740C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3520440"/>
            <a:ext cx="4965192" cy="41148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0">
                <a:solidFill>
                  <a:srgbClr val="271268"/>
                </a:solidFill>
                <a:latin typeface="Aptos"/>
              </a:defRPr>
            </a:pPr>
            <a:r>
              <a:t>AI-generated explanations and recommendations still require reliability checks.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16168" y="4050791"/>
            <a:ext cx="5660136" cy="502920"/>
          </a:xfrm>
          <a:prstGeom prst="roundRect">
            <a:avLst/>
          </a:prstGeom>
          <a:solidFill>
            <a:srgbClr val="F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4137659"/>
            <a:ext cx="347472" cy="27432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1">
                <a:solidFill>
                  <a:srgbClr val="6740C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4105655"/>
            <a:ext cx="4965192" cy="411480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300" b="0">
                <a:solidFill>
                  <a:srgbClr val="271268"/>
                </a:solidFill>
                <a:latin typeface="Aptos"/>
              </a:defRPr>
            </a:pPr>
            <a:r>
              <a:t>Findings from limited learner groups may not generalize to all contexts.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79592" y="4791456"/>
            <a:ext cx="5724144" cy="411480"/>
          </a:xfrm>
          <a:prstGeom prst="roundRect">
            <a:avLst/>
          </a:prstGeom>
          <a:solidFill>
            <a:srgbClr val="F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25896" y="4846320"/>
            <a:ext cx="5394960" cy="292608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700" b="1">
                <a:solidFill>
                  <a:srgbClr val="6740C3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5285232"/>
            <a:ext cx="5376672" cy="1060704"/>
          </a:xfrm>
          <a:prstGeom prst="rect">
            <a:avLst/>
          </a:prstGeom>
          <a:noFill/>
        </p:spPr>
        <p:txBody>
          <a:bodyPr wrap="square" lIns="36576" tIns="13716" rIns="36576">
            <a:spAutoFit/>
          </a:bodyPr>
          <a:lstStyle/>
          <a:p>
            <a:pPr>
              <a:defRPr sz="1230" b="0">
                <a:solidFill>
                  <a:srgbClr val="271268"/>
                </a:solidFill>
                <a:latin typeface="Aptos"/>
              </a:defRPr>
            </a:pPr>
            <a:r>
              <a:t>• Expand testing across learner groups and courses.</a:t>
            </a:r>
          </a:p>
          <a:p>
            <a:pPr>
              <a:defRPr sz="1230" b="0">
                <a:solidFill>
                  <a:srgbClr val="271268"/>
                </a:solidFill>
                <a:latin typeface="Aptos"/>
              </a:defRPr>
            </a:pPr>
            <a:r>
              <a:t>• Improve activity-window reliability and load prediction.</a:t>
            </a:r>
          </a:p>
          <a:p>
            <a:pPr>
              <a:defRPr sz="1230" b="0">
                <a:solidFill>
                  <a:srgbClr val="271268"/>
                </a:solidFill>
                <a:latin typeface="Aptos"/>
              </a:defRPr>
            </a:pPr>
            <a:r>
              <a:t>• Refine content length, difficulty and educator recommendations.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613A51-8D81-EABB-21E8-B5E50635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28C45-8BE2-5DE1-EBDB-FF25CAAA0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71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3" ma:contentTypeDescription="Create a new document." ma:contentTypeScope="" ma:versionID="ed8957265f396ef1a05f01d558c99f69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1597c9238c56ccca7c2d5e0a413be07c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AE2DBC-D6F5-4076-8384-FD3EBE023BF1}"/>
</file>

<file path=customXml/itemProps2.xml><?xml version="1.0" encoding="utf-8"?>
<ds:datastoreItem xmlns:ds="http://schemas.openxmlformats.org/officeDocument/2006/customXml" ds:itemID="{50CE26FE-B877-4432-B2AE-702C6B2CEB0D}"/>
</file>

<file path=customXml/itemProps3.xml><?xml version="1.0" encoding="utf-8"?>
<ds:datastoreItem xmlns:ds="http://schemas.openxmlformats.org/officeDocument/2006/customXml" ds:itemID="{C2C13F8F-5D0E-49F6-B683-73C6B4D6E41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1305</Words>
  <Application>Microsoft Office PowerPoint</Application>
  <PresentationFormat>Widescreen</PresentationFormat>
  <Paragraphs>351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Nova</vt:lpstr>
      <vt:lpstr>Inter Medium</vt:lpstr>
      <vt:lpstr>Inter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Rajitha Isuru</dc:creator>
  <cp:lastModifiedBy>DILSHAN W G W it22055712</cp:lastModifiedBy>
  <cp:revision>4</cp:revision>
  <dcterms:created xsi:type="dcterms:W3CDTF">2026-10-20T16:09:22Z</dcterms:created>
  <dcterms:modified xsi:type="dcterms:W3CDTF">2026-10-21T03:22:18Z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